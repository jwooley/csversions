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</p:sldMasterIdLst>
  <p:notesMasterIdLst>
    <p:notesMasterId r:id="rId18"/>
  </p:notesMasterIdLst>
  <p:handoutMasterIdLst>
    <p:handoutMasterId r:id="rId19"/>
  </p:handoutMasterIdLst>
  <p:sldIdLst>
    <p:sldId id="258" r:id="rId4"/>
    <p:sldId id="313" r:id="rId5"/>
    <p:sldId id="308" r:id="rId6"/>
    <p:sldId id="323" r:id="rId7"/>
    <p:sldId id="314" r:id="rId8"/>
    <p:sldId id="317" r:id="rId9"/>
    <p:sldId id="318" r:id="rId10"/>
    <p:sldId id="322" r:id="rId11"/>
    <p:sldId id="324" r:id="rId12"/>
    <p:sldId id="326" r:id="rId13"/>
    <p:sldId id="327" r:id="rId14"/>
    <p:sldId id="328" r:id="rId15"/>
    <p:sldId id="320" r:id="rId16"/>
    <p:sldId id="321" r:id="rId17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72" charset="0"/>
        <a:ea typeface="ＭＳ Ｐゴシック" pitchFamily="-72" charset="-128"/>
        <a:cs typeface="ＭＳ Ｐゴシック" pitchFamily="-7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B26"/>
    <a:srgbClr val="0073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41" autoAdjust="0"/>
    <p:restoredTop sz="86369" autoAdjust="0"/>
  </p:normalViewPr>
  <p:slideViewPr>
    <p:cSldViewPr>
      <p:cViewPr varScale="1">
        <p:scale>
          <a:sx n="79" d="100"/>
          <a:sy n="79" d="100"/>
        </p:scale>
        <p:origin x="994" y="2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1176" y="4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40FFF8-103D-4F45-B85F-403984910D7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</dgm:pt>
    <dgm:pt modelId="{55AF256D-980F-4EAC-BDE3-A1B7BB810149}">
      <dgm:prSet phldrT="[Text]"/>
      <dgm:spPr/>
      <dgm:t>
        <a:bodyPr/>
        <a:lstStyle/>
        <a:p>
          <a:r>
            <a:rPr lang="en-US" dirty="0"/>
            <a:t>2002</a:t>
          </a:r>
        </a:p>
      </dgm:t>
    </dgm:pt>
    <dgm:pt modelId="{748A717C-599F-4C3A-B811-C08F8B1B0759}" type="parTrans" cxnId="{0C3B6F2C-FC7D-432A-9C28-77B4A1C9C28E}">
      <dgm:prSet/>
      <dgm:spPr/>
      <dgm:t>
        <a:bodyPr/>
        <a:lstStyle/>
        <a:p>
          <a:endParaRPr lang="en-US"/>
        </a:p>
      </dgm:t>
    </dgm:pt>
    <dgm:pt modelId="{A0FA65F2-48E1-4C84-8387-4B40ABD643EF}" type="sibTrans" cxnId="{0C3B6F2C-FC7D-432A-9C28-77B4A1C9C28E}">
      <dgm:prSet/>
      <dgm:spPr/>
      <dgm:t>
        <a:bodyPr/>
        <a:lstStyle/>
        <a:p>
          <a:endParaRPr lang="en-US"/>
        </a:p>
      </dgm:t>
    </dgm:pt>
    <dgm:pt modelId="{A3920C65-3F7C-48E9-ACE8-6414D7482E18}">
      <dgm:prSet phldrT="[Text]"/>
      <dgm:spPr/>
      <dgm:t>
        <a:bodyPr/>
        <a:lstStyle/>
        <a:p>
          <a:r>
            <a:rPr lang="en-US" dirty="0"/>
            <a:t>2005</a:t>
          </a:r>
        </a:p>
      </dgm:t>
    </dgm:pt>
    <dgm:pt modelId="{0F08BE9B-F890-421A-B90E-90EC86276BFA}" type="parTrans" cxnId="{69986308-9F57-4347-842D-2BFBFAA33A8D}">
      <dgm:prSet/>
      <dgm:spPr/>
      <dgm:t>
        <a:bodyPr/>
        <a:lstStyle/>
        <a:p>
          <a:endParaRPr lang="en-US"/>
        </a:p>
      </dgm:t>
    </dgm:pt>
    <dgm:pt modelId="{A84EAA2E-6FF3-4307-8D22-5FB6E0659300}" type="sibTrans" cxnId="{69986308-9F57-4347-842D-2BFBFAA33A8D}">
      <dgm:prSet/>
      <dgm:spPr/>
      <dgm:t>
        <a:bodyPr/>
        <a:lstStyle/>
        <a:p>
          <a:endParaRPr lang="en-US"/>
        </a:p>
      </dgm:t>
    </dgm:pt>
    <dgm:pt modelId="{1F8667CE-1C44-4E08-9A2B-FF616C613456}">
      <dgm:prSet phldrT="[Text]"/>
      <dgm:spPr/>
      <dgm:t>
        <a:bodyPr/>
        <a:lstStyle/>
        <a:p>
          <a:r>
            <a:rPr lang="en-US" dirty="0"/>
            <a:t>2008</a:t>
          </a:r>
        </a:p>
      </dgm:t>
    </dgm:pt>
    <dgm:pt modelId="{EACB439E-3988-4013-BCE0-44C4BC1A809E}" type="parTrans" cxnId="{0EAD68A0-D989-4A37-96EB-6EE2F661AA46}">
      <dgm:prSet/>
      <dgm:spPr/>
      <dgm:t>
        <a:bodyPr/>
        <a:lstStyle/>
        <a:p>
          <a:endParaRPr lang="en-US"/>
        </a:p>
      </dgm:t>
    </dgm:pt>
    <dgm:pt modelId="{8A1EDCB2-7721-4B0B-9ECE-0E0736CDE7BE}" type="sibTrans" cxnId="{0EAD68A0-D989-4A37-96EB-6EE2F661AA46}">
      <dgm:prSet/>
      <dgm:spPr/>
      <dgm:t>
        <a:bodyPr/>
        <a:lstStyle/>
        <a:p>
          <a:endParaRPr lang="en-US"/>
        </a:p>
      </dgm:t>
    </dgm:pt>
    <dgm:pt modelId="{EADE0D2D-1205-40C5-86CE-1D93146D1A90}">
      <dgm:prSet phldrT="[Text]"/>
      <dgm:spPr/>
      <dgm:t>
        <a:bodyPr/>
        <a:lstStyle/>
        <a:p>
          <a:r>
            <a:rPr lang="en-US" dirty="0"/>
            <a:t>2010</a:t>
          </a:r>
        </a:p>
      </dgm:t>
    </dgm:pt>
    <dgm:pt modelId="{1313A02D-916B-4376-9187-E1513360A3B7}" type="parTrans" cxnId="{58354AFC-FF9F-4168-953F-3495D229016B}">
      <dgm:prSet/>
      <dgm:spPr/>
      <dgm:t>
        <a:bodyPr/>
        <a:lstStyle/>
        <a:p>
          <a:endParaRPr lang="en-US"/>
        </a:p>
      </dgm:t>
    </dgm:pt>
    <dgm:pt modelId="{FE89EA1D-5BF4-4389-891E-1C4333E940F1}" type="sibTrans" cxnId="{58354AFC-FF9F-4168-953F-3495D229016B}">
      <dgm:prSet/>
      <dgm:spPr/>
      <dgm:t>
        <a:bodyPr/>
        <a:lstStyle/>
        <a:p>
          <a:endParaRPr lang="en-US"/>
        </a:p>
      </dgm:t>
    </dgm:pt>
    <dgm:pt modelId="{7EB9B65E-F1F1-4C0C-BCEF-84E7CC628B93}">
      <dgm:prSet phldrT="[Text]"/>
      <dgm:spPr/>
      <dgm:t>
        <a:bodyPr/>
        <a:lstStyle/>
        <a:p>
          <a:r>
            <a:rPr lang="en-US" dirty="0"/>
            <a:t>2012</a:t>
          </a:r>
        </a:p>
      </dgm:t>
    </dgm:pt>
    <dgm:pt modelId="{C6EC86F0-2776-4AB7-AEC7-E5C672323418}" type="parTrans" cxnId="{37FBB0B3-8481-4EE8-82FF-FE2847EDC146}">
      <dgm:prSet/>
      <dgm:spPr/>
      <dgm:t>
        <a:bodyPr/>
        <a:lstStyle/>
        <a:p>
          <a:endParaRPr lang="en-US"/>
        </a:p>
      </dgm:t>
    </dgm:pt>
    <dgm:pt modelId="{E25BEE93-F45D-4AF9-8923-EC981D9554A2}" type="sibTrans" cxnId="{37FBB0B3-8481-4EE8-82FF-FE2847EDC146}">
      <dgm:prSet/>
      <dgm:spPr/>
      <dgm:t>
        <a:bodyPr/>
        <a:lstStyle/>
        <a:p>
          <a:endParaRPr lang="en-US"/>
        </a:p>
      </dgm:t>
    </dgm:pt>
    <dgm:pt modelId="{295C1A26-C0BB-4CC5-A7C3-C9BB31F1079B}">
      <dgm:prSet phldrT="[Text]"/>
      <dgm:spPr/>
      <dgm:t>
        <a:bodyPr/>
        <a:lstStyle/>
        <a:p>
          <a:r>
            <a:rPr lang="en-US" dirty="0"/>
            <a:t>2013</a:t>
          </a:r>
        </a:p>
      </dgm:t>
    </dgm:pt>
    <dgm:pt modelId="{CCADCD90-BF8B-4450-868B-55E107F5E97C}" type="parTrans" cxnId="{F232DB0F-D1DA-4851-84BA-3F5473E143D9}">
      <dgm:prSet/>
      <dgm:spPr/>
      <dgm:t>
        <a:bodyPr/>
        <a:lstStyle/>
        <a:p>
          <a:endParaRPr lang="en-US"/>
        </a:p>
      </dgm:t>
    </dgm:pt>
    <dgm:pt modelId="{2FF0FE31-AA20-4E75-AC28-31F2605A195E}" type="sibTrans" cxnId="{F232DB0F-D1DA-4851-84BA-3F5473E143D9}">
      <dgm:prSet/>
      <dgm:spPr/>
      <dgm:t>
        <a:bodyPr/>
        <a:lstStyle/>
        <a:p>
          <a:endParaRPr lang="en-US"/>
        </a:p>
      </dgm:t>
    </dgm:pt>
    <dgm:pt modelId="{1002025F-1C72-4A21-ADB8-7F4B762D0701}">
      <dgm:prSet phldrT="[Text]"/>
      <dgm:spPr/>
      <dgm:t>
        <a:bodyPr/>
        <a:lstStyle/>
        <a:p>
          <a:r>
            <a:rPr lang="en-US" dirty="0"/>
            <a:t>2015</a:t>
          </a:r>
        </a:p>
      </dgm:t>
    </dgm:pt>
    <dgm:pt modelId="{765806DF-0E39-44E0-9A16-10384E41AC7A}" type="parTrans" cxnId="{A4387B6C-47C1-43EA-AB0B-C9634E0707DB}">
      <dgm:prSet/>
      <dgm:spPr/>
      <dgm:t>
        <a:bodyPr/>
        <a:lstStyle/>
        <a:p>
          <a:endParaRPr lang="en-US"/>
        </a:p>
      </dgm:t>
    </dgm:pt>
    <dgm:pt modelId="{70204279-0190-443C-A74E-BDAC0C260844}" type="sibTrans" cxnId="{A4387B6C-47C1-43EA-AB0B-C9634E0707DB}">
      <dgm:prSet/>
      <dgm:spPr/>
      <dgm:t>
        <a:bodyPr/>
        <a:lstStyle/>
        <a:p>
          <a:endParaRPr lang="en-US"/>
        </a:p>
      </dgm:t>
    </dgm:pt>
    <dgm:pt modelId="{329A6205-D92F-4A22-8653-055AF4549D01}">
      <dgm:prSet/>
      <dgm:spPr/>
      <dgm:t>
        <a:bodyPr/>
        <a:lstStyle/>
        <a:p>
          <a:r>
            <a:rPr lang="en-US" dirty="0"/>
            <a:t>C# 1/VB7</a:t>
          </a:r>
        </a:p>
      </dgm:t>
    </dgm:pt>
    <dgm:pt modelId="{BEC259D7-C0D1-4807-BF6D-B18A5084B23F}" type="parTrans" cxnId="{A58080E9-33CB-4C07-920E-0A056786FE89}">
      <dgm:prSet/>
      <dgm:spPr/>
      <dgm:t>
        <a:bodyPr/>
        <a:lstStyle/>
        <a:p>
          <a:endParaRPr lang="en-US"/>
        </a:p>
      </dgm:t>
    </dgm:pt>
    <dgm:pt modelId="{26A8870A-A98F-4E04-8A52-D7615622D8D3}" type="sibTrans" cxnId="{A58080E9-33CB-4C07-920E-0A056786FE89}">
      <dgm:prSet/>
      <dgm:spPr/>
      <dgm:t>
        <a:bodyPr/>
        <a:lstStyle/>
        <a:p>
          <a:endParaRPr lang="en-US"/>
        </a:p>
      </dgm:t>
    </dgm:pt>
    <dgm:pt modelId="{95B1ADF6-2F93-4BE7-9AC4-D1E9AB468A86}">
      <dgm:prSet phldrT="[Text]"/>
      <dgm:spPr/>
      <dgm:t>
        <a:bodyPr/>
        <a:lstStyle/>
        <a:p>
          <a:r>
            <a:rPr lang="en-US" dirty="0"/>
            <a:t>C# 2: Generics, Iterators, Anonymous Delegates, Nullable, Partial, co/contravariance</a:t>
          </a:r>
        </a:p>
      </dgm:t>
    </dgm:pt>
    <dgm:pt modelId="{8E7CC16E-DEE7-448C-9AE8-94347153FD45}" type="parTrans" cxnId="{D979ED70-DEDD-4FF2-A9F4-B36066266231}">
      <dgm:prSet/>
      <dgm:spPr/>
      <dgm:t>
        <a:bodyPr/>
        <a:lstStyle/>
        <a:p>
          <a:endParaRPr lang="en-US"/>
        </a:p>
      </dgm:t>
    </dgm:pt>
    <dgm:pt modelId="{8B39424F-A08A-4296-B69A-35544451D833}" type="sibTrans" cxnId="{D979ED70-DEDD-4FF2-A9F4-B36066266231}">
      <dgm:prSet/>
      <dgm:spPr/>
      <dgm:t>
        <a:bodyPr/>
        <a:lstStyle/>
        <a:p>
          <a:endParaRPr lang="en-US"/>
        </a:p>
      </dgm:t>
    </dgm:pt>
    <dgm:pt modelId="{95694C06-2B2B-4047-8F05-8E36FD842531}">
      <dgm:prSet phldrT="[Text]"/>
      <dgm:spPr/>
      <dgm:t>
        <a:bodyPr/>
        <a:lstStyle/>
        <a:p>
          <a:r>
            <a:rPr lang="en-US" dirty="0">
              <a:solidFill>
                <a:srgbClr val="00B050"/>
              </a:solidFill>
            </a:rPr>
            <a:t>C# 3: LINQ</a:t>
          </a:r>
          <a:r>
            <a:rPr lang="en-US" dirty="0"/>
            <a:t>, Lambda, Anonymous, </a:t>
          </a:r>
          <a:r>
            <a:rPr lang="en-US" dirty="0" err="1"/>
            <a:t>AutoProp</a:t>
          </a:r>
          <a:r>
            <a:rPr lang="en-US" dirty="0"/>
            <a:t>, Extension Methods, Expression </a:t>
          </a:r>
        </a:p>
      </dgm:t>
    </dgm:pt>
    <dgm:pt modelId="{94B991CB-22F8-4502-8602-4106C506106C}" type="parTrans" cxnId="{4CB8A257-4370-4096-875D-308C3EB6A12E}">
      <dgm:prSet/>
      <dgm:spPr/>
      <dgm:t>
        <a:bodyPr/>
        <a:lstStyle/>
        <a:p>
          <a:endParaRPr lang="en-US"/>
        </a:p>
      </dgm:t>
    </dgm:pt>
    <dgm:pt modelId="{9F3061E0-B093-4D7C-9680-103D4FEDC06A}" type="sibTrans" cxnId="{4CB8A257-4370-4096-875D-308C3EB6A12E}">
      <dgm:prSet/>
      <dgm:spPr/>
      <dgm:t>
        <a:bodyPr/>
        <a:lstStyle/>
        <a:p>
          <a:endParaRPr lang="en-US"/>
        </a:p>
      </dgm:t>
    </dgm:pt>
    <dgm:pt modelId="{CED0AB39-B94A-4134-95E2-43EA72704BE0}">
      <dgm:prSet/>
      <dgm:spPr/>
      <dgm:t>
        <a:bodyPr/>
        <a:lstStyle/>
        <a:p>
          <a:r>
            <a:rPr lang="en-US" dirty="0"/>
            <a:t>C# 4: Parallel, Dynamic, optional params, named arguments, embedded interop</a:t>
          </a:r>
        </a:p>
      </dgm:t>
    </dgm:pt>
    <dgm:pt modelId="{80922B93-8062-40AC-9F4A-4357962A9003}" type="parTrans" cxnId="{6C1D7293-C30D-4549-AED5-F126A7367255}">
      <dgm:prSet/>
      <dgm:spPr/>
      <dgm:t>
        <a:bodyPr/>
        <a:lstStyle/>
        <a:p>
          <a:endParaRPr lang="en-US"/>
        </a:p>
      </dgm:t>
    </dgm:pt>
    <dgm:pt modelId="{CD781B07-49E8-4330-97C4-09871056819B}" type="sibTrans" cxnId="{6C1D7293-C30D-4549-AED5-F126A7367255}">
      <dgm:prSet/>
      <dgm:spPr/>
      <dgm:t>
        <a:bodyPr/>
        <a:lstStyle/>
        <a:p>
          <a:endParaRPr lang="en-US"/>
        </a:p>
      </dgm:t>
    </dgm:pt>
    <dgm:pt modelId="{2A98F07E-328C-46E7-8251-0118F4BFB566}">
      <dgm:prSet/>
      <dgm:spPr/>
      <dgm:t>
        <a:bodyPr/>
        <a:lstStyle/>
        <a:p>
          <a:r>
            <a:rPr lang="en-US" dirty="0"/>
            <a:t>C# 5: Async, Caller info</a:t>
          </a:r>
        </a:p>
      </dgm:t>
    </dgm:pt>
    <dgm:pt modelId="{2D9A8C24-217F-4619-992B-B0C2B61B4D2D}" type="parTrans" cxnId="{003416AB-762C-4B98-B62B-189A70C864B9}">
      <dgm:prSet/>
      <dgm:spPr/>
      <dgm:t>
        <a:bodyPr/>
        <a:lstStyle/>
        <a:p>
          <a:endParaRPr lang="en-US"/>
        </a:p>
      </dgm:t>
    </dgm:pt>
    <dgm:pt modelId="{363DC761-3722-44DA-B104-F9B7A7D09A14}" type="sibTrans" cxnId="{003416AB-762C-4B98-B62B-189A70C864B9}">
      <dgm:prSet/>
      <dgm:spPr/>
      <dgm:t>
        <a:bodyPr/>
        <a:lstStyle/>
        <a:p>
          <a:endParaRPr lang="en-US"/>
        </a:p>
      </dgm:t>
    </dgm:pt>
    <dgm:pt modelId="{AC1EF113-D03B-420E-911E-B92C916ACEDF}">
      <dgm:prSet/>
      <dgm:spPr/>
      <dgm:t>
        <a:bodyPr/>
        <a:lstStyle/>
        <a:p>
          <a:r>
            <a:rPr lang="en-US" dirty="0"/>
            <a:t>Roslyn</a:t>
          </a:r>
        </a:p>
      </dgm:t>
    </dgm:pt>
    <dgm:pt modelId="{3596FEFB-719F-4095-B6C5-079E00E3C72E}" type="parTrans" cxnId="{C6DCB072-4394-4062-AE87-BC3F79818562}">
      <dgm:prSet/>
      <dgm:spPr/>
      <dgm:t>
        <a:bodyPr/>
        <a:lstStyle/>
        <a:p>
          <a:endParaRPr lang="en-US"/>
        </a:p>
      </dgm:t>
    </dgm:pt>
    <dgm:pt modelId="{E3F70FB8-8A18-4458-9266-24A45CFE504C}" type="sibTrans" cxnId="{C6DCB072-4394-4062-AE87-BC3F79818562}">
      <dgm:prSet/>
      <dgm:spPr/>
      <dgm:t>
        <a:bodyPr/>
        <a:lstStyle/>
        <a:p>
          <a:endParaRPr lang="en-US"/>
        </a:p>
      </dgm:t>
    </dgm:pt>
    <dgm:pt modelId="{A5B00B44-D32B-4A6A-9650-07C7E70EA17D}">
      <dgm:prSet phldrT="[Text]"/>
      <dgm:spPr/>
      <dgm:t>
        <a:bodyPr/>
        <a:lstStyle/>
        <a:p>
          <a:r>
            <a:rPr lang="en-US" dirty="0"/>
            <a:t>???</a:t>
          </a:r>
        </a:p>
      </dgm:t>
    </dgm:pt>
    <dgm:pt modelId="{40DD1C00-2473-4003-BEC0-C004D7F14797}" type="parTrans" cxnId="{0D5AABA5-A419-42AA-AAED-5BD1FF12B65B}">
      <dgm:prSet/>
      <dgm:spPr/>
      <dgm:t>
        <a:bodyPr/>
        <a:lstStyle/>
        <a:p>
          <a:endParaRPr lang="en-US"/>
        </a:p>
      </dgm:t>
    </dgm:pt>
    <dgm:pt modelId="{AA12AF86-DBFF-401E-8F90-8794184B09F1}" type="sibTrans" cxnId="{0D5AABA5-A419-42AA-AAED-5BD1FF12B65B}">
      <dgm:prSet/>
      <dgm:spPr/>
      <dgm:t>
        <a:bodyPr/>
        <a:lstStyle/>
        <a:p>
          <a:endParaRPr lang="en-US"/>
        </a:p>
      </dgm:t>
    </dgm:pt>
    <dgm:pt modelId="{C0F71877-8D45-45C6-ADEB-A07688B38294}" type="pres">
      <dgm:prSet presAssocID="{EE40FFF8-103D-4F45-B85F-403984910D7F}" presName="linearFlow" presStyleCnt="0">
        <dgm:presLayoutVars>
          <dgm:dir/>
          <dgm:animLvl val="lvl"/>
          <dgm:resizeHandles val="exact"/>
        </dgm:presLayoutVars>
      </dgm:prSet>
      <dgm:spPr/>
    </dgm:pt>
    <dgm:pt modelId="{33F818AB-FF01-4241-9AE4-10038E362029}" type="pres">
      <dgm:prSet presAssocID="{55AF256D-980F-4EAC-BDE3-A1B7BB810149}" presName="composite" presStyleCnt="0"/>
      <dgm:spPr/>
    </dgm:pt>
    <dgm:pt modelId="{FF38E5F5-B2ED-46F9-98AC-B8A051288B43}" type="pres">
      <dgm:prSet presAssocID="{55AF256D-980F-4EAC-BDE3-A1B7BB810149}" presName="parentText" presStyleLbl="alignNode1" presStyleIdx="0" presStyleCnt="7">
        <dgm:presLayoutVars>
          <dgm:chMax val="1"/>
          <dgm:bulletEnabled val="1"/>
        </dgm:presLayoutVars>
      </dgm:prSet>
      <dgm:spPr/>
    </dgm:pt>
    <dgm:pt modelId="{99404815-EBB5-40EA-B4FB-18C60F71A14A}" type="pres">
      <dgm:prSet presAssocID="{55AF256D-980F-4EAC-BDE3-A1B7BB810149}" presName="descendantText" presStyleLbl="alignAcc1" presStyleIdx="0" presStyleCnt="7" custLinFactNeighborX="0" custLinFactNeighborY="-262">
        <dgm:presLayoutVars>
          <dgm:bulletEnabled val="1"/>
        </dgm:presLayoutVars>
      </dgm:prSet>
      <dgm:spPr/>
    </dgm:pt>
    <dgm:pt modelId="{37EC7346-47C0-4615-841A-9E4F49B20616}" type="pres">
      <dgm:prSet presAssocID="{A0FA65F2-48E1-4C84-8387-4B40ABD643EF}" presName="sp" presStyleCnt="0"/>
      <dgm:spPr/>
    </dgm:pt>
    <dgm:pt modelId="{0C70E8EB-3FEE-4D47-8F76-EDE17DF38429}" type="pres">
      <dgm:prSet presAssocID="{A3920C65-3F7C-48E9-ACE8-6414D7482E18}" presName="composite" presStyleCnt="0"/>
      <dgm:spPr/>
    </dgm:pt>
    <dgm:pt modelId="{BBC3BD6A-454F-4CAA-A5C0-8F47CE19C2CC}" type="pres">
      <dgm:prSet presAssocID="{A3920C65-3F7C-48E9-ACE8-6414D7482E18}" presName="parentText" presStyleLbl="alignNode1" presStyleIdx="1" presStyleCnt="7">
        <dgm:presLayoutVars>
          <dgm:chMax val="1"/>
          <dgm:bulletEnabled val="1"/>
        </dgm:presLayoutVars>
      </dgm:prSet>
      <dgm:spPr/>
    </dgm:pt>
    <dgm:pt modelId="{DC734305-151B-44F7-8A31-4DF6B9EFACF5}" type="pres">
      <dgm:prSet presAssocID="{A3920C65-3F7C-48E9-ACE8-6414D7482E18}" presName="descendantText" presStyleLbl="alignAcc1" presStyleIdx="1" presStyleCnt="7">
        <dgm:presLayoutVars>
          <dgm:bulletEnabled val="1"/>
        </dgm:presLayoutVars>
      </dgm:prSet>
      <dgm:spPr/>
    </dgm:pt>
    <dgm:pt modelId="{9C7EE37F-721D-46BD-AB76-FC0B9FABD973}" type="pres">
      <dgm:prSet presAssocID="{A84EAA2E-6FF3-4307-8D22-5FB6E0659300}" presName="sp" presStyleCnt="0"/>
      <dgm:spPr/>
    </dgm:pt>
    <dgm:pt modelId="{8E7DEC69-0FE4-4393-A9FB-1A90492B3392}" type="pres">
      <dgm:prSet presAssocID="{1F8667CE-1C44-4E08-9A2B-FF616C613456}" presName="composite" presStyleCnt="0"/>
      <dgm:spPr/>
    </dgm:pt>
    <dgm:pt modelId="{C8AD4FE8-2A6D-4A55-9C0A-17A337DE34C6}" type="pres">
      <dgm:prSet presAssocID="{1F8667CE-1C44-4E08-9A2B-FF616C613456}" presName="parentText" presStyleLbl="alignNode1" presStyleIdx="2" presStyleCnt="7">
        <dgm:presLayoutVars>
          <dgm:chMax val="1"/>
          <dgm:bulletEnabled val="1"/>
        </dgm:presLayoutVars>
      </dgm:prSet>
      <dgm:spPr/>
    </dgm:pt>
    <dgm:pt modelId="{114B75A6-06AB-4193-B4F9-C42AEDF360ED}" type="pres">
      <dgm:prSet presAssocID="{1F8667CE-1C44-4E08-9A2B-FF616C613456}" presName="descendantText" presStyleLbl="alignAcc1" presStyleIdx="2" presStyleCnt="7">
        <dgm:presLayoutVars>
          <dgm:bulletEnabled val="1"/>
        </dgm:presLayoutVars>
      </dgm:prSet>
      <dgm:spPr/>
    </dgm:pt>
    <dgm:pt modelId="{BA64D39E-95CC-4CC6-92C0-C7057B7FC9A2}" type="pres">
      <dgm:prSet presAssocID="{8A1EDCB2-7721-4B0B-9ECE-0E0736CDE7BE}" presName="sp" presStyleCnt="0"/>
      <dgm:spPr/>
    </dgm:pt>
    <dgm:pt modelId="{C2AF1167-D808-4C64-A7B4-5854C36E41E2}" type="pres">
      <dgm:prSet presAssocID="{EADE0D2D-1205-40C5-86CE-1D93146D1A90}" presName="composite" presStyleCnt="0"/>
      <dgm:spPr/>
    </dgm:pt>
    <dgm:pt modelId="{540CB1EA-7FE9-4D73-A499-E9A4351FFD87}" type="pres">
      <dgm:prSet presAssocID="{EADE0D2D-1205-40C5-86CE-1D93146D1A90}" presName="parentText" presStyleLbl="alignNode1" presStyleIdx="3" presStyleCnt="7">
        <dgm:presLayoutVars>
          <dgm:chMax val="1"/>
          <dgm:bulletEnabled val="1"/>
        </dgm:presLayoutVars>
      </dgm:prSet>
      <dgm:spPr/>
    </dgm:pt>
    <dgm:pt modelId="{DAD2E2F8-54E6-4FAE-A9BD-86AF88168CB8}" type="pres">
      <dgm:prSet presAssocID="{EADE0D2D-1205-40C5-86CE-1D93146D1A90}" presName="descendantText" presStyleLbl="alignAcc1" presStyleIdx="3" presStyleCnt="7">
        <dgm:presLayoutVars>
          <dgm:bulletEnabled val="1"/>
        </dgm:presLayoutVars>
      </dgm:prSet>
      <dgm:spPr/>
    </dgm:pt>
    <dgm:pt modelId="{C9D992B7-A7BC-4357-99AD-F77F70604335}" type="pres">
      <dgm:prSet presAssocID="{FE89EA1D-5BF4-4389-891E-1C4333E940F1}" presName="sp" presStyleCnt="0"/>
      <dgm:spPr/>
    </dgm:pt>
    <dgm:pt modelId="{C5C144BA-0433-4A1A-90F1-F3FD5EE0438A}" type="pres">
      <dgm:prSet presAssocID="{7EB9B65E-F1F1-4C0C-BCEF-84E7CC628B93}" presName="composite" presStyleCnt="0"/>
      <dgm:spPr/>
    </dgm:pt>
    <dgm:pt modelId="{5830255F-49E8-44C9-A5BD-24B9CDC2A666}" type="pres">
      <dgm:prSet presAssocID="{7EB9B65E-F1F1-4C0C-BCEF-84E7CC628B93}" presName="parentText" presStyleLbl="alignNode1" presStyleIdx="4" presStyleCnt="7">
        <dgm:presLayoutVars>
          <dgm:chMax val="1"/>
          <dgm:bulletEnabled val="1"/>
        </dgm:presLayoutVars>
      </dgm:prSet>
      <dgm:spPr/>
    </dgm:pt>
    <dgm:pt modelId="{7A703FAB-2697-4360-9F76-B04086C14C7D}" type="pres">
      <dgm:prSet presAssocID="{7EB9B65E-F1F1-4C0C-BCEF-84E7CC628B93}" presName="descendantText" presStyleLbl="alignAcc1" presStyleIdx="4" presStyleCnt="7">
        <dgm:presLayoutVars>
          <dgm:bulletEnabled val="1"/>
        </dgm:presLayoutVars>
      </dgm:prSet>
      <dgm:spPr/>
    </dgm:pt>
    <dgm:pt modelId="{FA094EC6-401C-4C3D-8BCD-D36EBCBF57A2}" type="pres">
      <dgm:prSet presAssocID="{E25BEE93-F45D-4AF9-8923-EC981D9554A2}" presName="sp" presStyleCnt="0"/>
      <dgm:spPr/>
    </dgm:pt>
    <dgm:pt modelId="{D89BBC13-AA57-4CAA-9153-09E001633993}" type="pres">
      <dgm:prSet presAssocID="{295C1A26-C0BB-4CC5-A7C3-C9BB31F1079B}" presName="composite" presStyleCnt="0"/>
      <dgm:spPr/>
    </dgm:pt>
    <dgm:pt modelId="{63437E7B-65DF-4A27-B708-B701FB2F2D97}" type="pres">
      <dgm:prSet presAssocID="{295C1A26-C0BB-4CC5-A7C3-C9BB31F1079B}" presName="parentText" presStyleLbl="alignNode1" presStyleIdx="5" presStyleCnt="7">
        <dgm:presLayoutVars>
          <dgm:chMax val="1"/>
          <dgm:bulletEnabled val="1"/>
        </dgm:presLayoutVars>
      </dgm:prSet>
      <dgm:spPr/>
    </dgm:pt>
    <dgm:pt modelId="{A736080A-6712-4C93-9E27-BF60389BE78D}" type="pres">
      <dgm:prSet presAssocID="{295C1A26-C0BB-4CC5-A7C3-C9BB31F1079B}" presName="descendantText" presStyleLbl="alignAcc1" presStyleIdx="5" presStyleCnt="7">
        <dgm:presLayoutVars>
          <dgm:bulletEnabled val="1"/>
        </dgm:presLayoutVars>
      </dgm:prSet>
      <dgm:spPr/>
    </dgm:pt>
    <dgm:pt modelId="{90A72ED7-D95B-4830-AC90-B05431EACFA1}" type="pres">
      <dgm:prSet presAssocID="{2FF0FE31-AA20-4E75-AC28-31F2605A195E}" presName="sp" presStyleCnt="0"/>
      <dgm:spPr/>
    </dgm:pt>
    <dgm:pt modelId="{628D534B-FA77-4339-9DC4-B32215EC400F}" type="pres">
      <dgm:prSet presAssocID="{1002025F-1C72-4A21-ADB8-7F4B762D0701}" presName="composite" presStyleCnt="0"/>
      <dgm:spPr/>
    </dgm:pt>
    <dgm:pt modelId="{D87B602B-E23A-4814-B38E-6089C0F57C7A}" type="pres">
      <dgm:prSet presAssocID="{1002025F-1C72-4A21-ADB8-7F4B762D0701}" presName="parentText" presStyleLbl="alignNode1" presStyleIdx="6" presStyleCnt="7">
        <dgm:presLayoutVars>
          <dgm:chMax val="1"/>
          <dgm:bulletEnabled val="1"/>
        </dgm:presLayoutVars>
      </dgm:prSet>
      <dgm:spPr/>
    </dgm:pt>
    <dgm:pt modelId="{37953712-67A3-4E6D-83CD-63697DE27E74}" type="pres">
      <dgm:prSet presAssocID="{1002025F-1C72-4A21-ADB8-7F4B762D0701}" presName="descendantText" presStyleLbl="alignAcc1" presStyleIdx="6" presStyleCnt="7">
        <dgm:presLayoutVars>
          <dgm:bulletEnabled val="1"/>
        </dgm:presLayoutVars>
      </dgm:prSet>
      <dgm:spPr/>
    </dgm:pt>
  </dgm:ptLst>
  <dgm:cxnLst>
    <dgm:cxn modelId="{69986308-9F57-4347-842D-2BFBFAA33A8D}" srcId="{EE40FFF8-103D-4F45-B85F-403984910D7F}" destId="{A3920C65-3F7C-48E9-ACE8-6414D7482E18}" srcOrd="1" destOrd="0" parTransId="{0F08BE9B-F890-421A-B90E-90EC86276BFA}" sibTransId="{A84EAA2E-6FF3-4307-8D22-5FB6E0659300}"/>
    <dgm:cxn modelId="{26FA470A-BC9E-4344-9C68-21FB9BEFE51D}" type="presOf" srcId="{2A98F07E-328C-46E7-8251-0118F4BFB566}" destId="{7A703FAB-2697-4360-9F76-B04086C14C7D}" srcOrd="0" destOrd="0" presId="urn:microsoft.com/office/officeart/2005/8/layout/chevron2"/>
    <dgm:cxn modelId="{F232DB0F-D1DA-4851-84BA-3F5473E143D9}" srcId="{EE40FFF8-103D-4F45-B85F-403984910D7F}" destId="{295C1A26-C0BB-4CC5-A7C3-C9BB31F1079B}" srcOrd="5" destOrd="0" parTransId="{CCADCD90-BF8B-4450-868B-55E107F5E97C}" sibTransId="{2FF0FE31-AA20-4E75-AC28-31F2605A195E}"/>
    <dgm:cxn modelId="{9C44351A-EAC8-4F14-8B59-4465E6F4228A}" type="presOf" srcId="{95694C06-2B2B-4047-8F05-8E36FD842531}" destId="{114B75A6-06AB-4193-B4F9-C42AEDF360ED}" srcOrd="0" destOrd="0" presId="urn:microsoft.com/office/officeart/2005/8/layout/chevron2"/>
    <dgm:cxn modelId="{0C3B6F2C-FC7D-432A-9C28-77B4A1C9C28E}" srcId="{EE40FFF8-103D-4F45-B85F-403984910D7F}" destId="{55AF256D-980F-4EAC-BDE3-A1B7BB810149}" srcOrd="0" destOrd="0" parTransId="{748A717C-599F-4C3A-B811-C08F8B1B0759}" sibTransId="{A0FA65F2-48E1-4C84-8387-4B40ABD643EF}"/>
    <dgm:cxn modelId="{4ED9D936-B292-48D0-8935-08A116E8717A}" type="presOf" srcId="{1002025F-1C72-4A21-ADB8-7F4B762D0701}" destId="{D87B602B-E23A-4814-B38E-6089C0F57C7A}" srcOrd="0" destOrd="0" presId="urn:microsoft.com/office/officeart/2005/8/layout/chevron2"/>
    <dgm:cxn modelId="{06EF365C-2188-448C-B630-9BC4B2FABD60}" type="presOf" srcId="{95B1ADF6-2F93-4BE7-9AC4-D1E9AB468A86}" destId="{DC734305-151B-44F7-8A31-4DF6B9EFACF5}" srcOrd="0" destOrd="0" presId="urn:microsoft.com/office/officeart/2005/8/layout/chevron2"/>
    <dgm:cxn modelId="{0103D843-07BC-46D7-B5CF-881EB1990E31}" type="presOf" srcId="{55AF256D-980F-4EAC-BDE3-A1B7BB810149}" destId="{FF38E5F5-B2ED-46F9-98AC-B8A051288B43}" srcOrd="0" destOrd="0" presId="urn:microsoft.com/office/officeart/2005/8/layout/chevron2"/>
    <dgm:cxn modelId="{A8D72F47-3DFC-4DF0-A79B-D8F9BFA00820}" type="presOf" srcId="{A5B00B44-D32B-4A6A-9650-07C7E70EA17D}" destId="{A736080A-6712-4C93-9E27-BF60389BE78D}" srcOrd="0" destOrd="0" presId="urn:microsoft.com/office/officeart/2005/8/layout/chevron2"/>
    <dgm:cxn modelId="{A4387B6C-47C1-43EA-AB0B-C9634E0707DB}" srcId="{EE40FFF8-103D-4F45-B85F-403984910D7F}" destId="{1002025F-1C72-4A21-ADB8-7F4B762D0701}" srcOrd="6" destOrd="0" parTransId="{765806DF-0E39-44E0-9A16-10384E41AC7A}" sibTransId="{70204279-0190-443C-A74E-BDAC0C260844}"/>
    <dgm:cxn modelId="{D979ED70-DEDD-4FF2-A9F4-B36066266231}" srcId="{A3920C65-3F7C-48E9-ACE8-6414D7482E18}" destId="{95B1ADF6-2F93-4BE7-9AC4-D1E9AB468A86}" srcOrd="0" destOrd="0" parTransId="{8E7CC16E-DEE7-448C-9AE8-94347153FD45}" sibTransId="{8B39424F-A08A-4296-B69A-35544451D833}"/>
    <dgm:cxn modelId="{C6DCB072-4394-4062-AE87-BC3F79818562}" srcId="{1002025F-1C72-4A21-ADB8-7F4B762D0701}" destId="{AC1EF113-D03B-420E-911E-B92C916ACEDF}" srcOrd="0" destOrd="0" parTransId="{3596FEFB-719F-4095-B6C5-079E00E3C72E}" sibTransId="{E3F70FB8-8A18-4458-9266-24A45CFE504C}"/>
    <dgm:cxn modelId="{4CB8A257-4370-4096-875D-308C3EB6A12E}" srcId="{1F8667CE-1C44-4E08-9A2B-FF616C613456}" destId="{95694C06-2B2B-4047-8F05-8E36FD842531}" srcOrd="0" destOrd="0" parTransId="{94B991CB-22F8-4502-8602-4106C506106C}" sibTransId="{9F3061E0-B093-4D7C-9680-103D4FEDC06A}"/>
    <dgm:cxn modelId="{3E678A58-A92A-441B-BD75-D4E269FBDAEE}" type="presOf" srcId="{AC1EF113-D03B-420E-911E-B92C916ACEDF}" destId="{37953712-67A3-4E6D-83CD-63697DE27E74}" srcOrd="0" destOrd="0" presId="urn:microsoft.com/office/officeart/2005/8/layout/chevron2"/>
    <dgm:cxn modelId="{6C1D7293-C30D-4549-AED5-F126A7367255}" srcId="{EADE0D2D-1205-40C5-86CE-1D93146D1A90}" destId="{CED0AB39-B94A-4134-95E2-43EA72704BE0}" srcOrd="0" destOrd="0" parTransId="{80922B93-8062-40AC-9F4A-4357962A9003}" sibTransId="{CD781B07-49E8-4330-97C4-09871056819B}"/>
    <dgm:cxn modelId="{CA01A593-1FA6-4083-B431-989E97B542B1}" type="presOf" srcId="{A3920C65-3F7C-48E9-ACE8-6414D7482E18}" destId="{BBC3BD6A-454F-4CAA-A5C0-8F47CE19C2CC}" srcOrd="0" destOrd="0" presId="urn:microsoft.com/office/officeart/2005/8/layout/chevron2"/>
    <dgm:cxn modelId="{CE4F279D-9FF2-4D7D-9662-E2C36EFB7600}" type="presOf" srcId="{295C1A26-C0BB-4CC5-A7C3-C9BB31F1079B}" destId="{63437E7B-65DF-4A27-B708-B701FB2F2D97}" srcOrd="0" destOrd="0" presId="urn:microsoft.com/office/officeart/2005/8/layout/chevron2"/>
    <dgm:cxn modelId="{0EAD68A0-D989-4A37-96EB-6EE2F661AA46}" srcId="{EE40FFF8-103D-4F45-B85F-403984910D7F}" destId="{1F8667CE-1C44-4E08-9A2B-FF616C613456}" srcOrd="2" destOrd="0" parTransId="{EACB439E-3988-4013-BCE0-44C4BC1A809E}" sibTransId="{8A1EDCB2-7721-4B0B-9ECE-0E0736CDE7BE}"/>
    <dgm:cxn modelId="{0D5AABA5-A419-42AA-AAED-5BD1FF12B65B}" srcId="{295C1A26-C0BB-4CC5-A7C3-C9BB31F1079B}" destId="{A5B00B44-D32B-4A6A-9650-07C7E70EA17D}" srcOrd="0" destOrd="0" parTransId="{40DD1C00-2473-4003-BEC0-C004D7F14797}" sibTransId="{AA12AF86-DBFF-401E-8F90-8794184B09F1}"/>
    <dgm:cxn modelId="{3FEC02A6-3B33-4CA3-A1B8-B28E86AA8748}" type="presOf" srcId="{EE40FFF8-103D-4F45-B85F-403984910D7F}" destId="{C0F71877-8D45-45C6-ADEB-A07688B38294}" srcOrd="0" destOrd="0" presId="urn:microsoft.com/office/officeart/2005/8/layout/chevron2"/>
    <dgm:cxn modelId="{003416AB-762C-4B98-B62B-189A70C864B9}" srcId="{7EB9B65E-F1F1-4C0C-BCEF-84E7CC628B93}" destId="{2A98F07E-328C-46E7-8251-0118F4BFB566}" srcOrd="0" destOrd="0" parTransId="{2D9A8C24-217F-4619-992B-B0C2B61B4D2D}" sibTransId="{363DC761-3722-44DA-B104-F9B7A7D09A14}"/>
    <dgm:cxn modelId="{F95291AB-9FCB-45A0-9370-1BE1E020A44C}" type="presOf" srcId="{CED0AB39-B94A-4134-95E2-43EA72704BE0}" destId="{DAD2E2F8-54E6-4FAE-A9BD-86AF88168CB8}" srcOrd="0" destOrd="0" presId="urn:microsoft.com/office/officeart/2005/8/layout/chevron2"/>
    <dgm:cxn modelId="{37FBB0B3-8481-4EE8-82FF-FE2847EDC146}" srcId="{EE40FFF8-103D-4F45-B85F-403984910D7F}" destId="{7EB9B65E-F1F1-4C0C-BCEF-84E7CC628B93}" srcOrd="4" destOrd="0" parTransId="{C6EC86F0-2776-4AB7-AEC7-E5C672323418}" sibTransId="{E25BEE93-F45D-4AF9-8923-EC981D9554A2}"/>
    <dgm:cxn modelId="{946299B6-2978-4AD5-9265-3EC1C4717D78}" type="presOf" srcId="{1F8667CE-1C44-4E08-9A2B-FF616C613456}" destId="{C8AD4FE8-2A6D-4A55-9C0A-17A337DE34C6}" srcOrd="0" destOrd="0" presId="urn:microsoft.com/office/officeart/2005/8/layout/chevron2"/>
    <dgm:cxn modelId="{91C181B8-EF46-47FF-908C-8CEFA6F32B8D}" type="presOf" srcId="{7EB9B65E-F1F1-4C0C-BCEF-84E7CC628B93}" destId="{5830255F-49E8-44C9-A5BD-24B9CDC2A666}" srcOrd="0" destOrd="0" presId="urn:microsoft.com/office/officeart/2005/8/layout/chevron2"/>
    <dgm:cxn modelId="{6B6AEED6-C8AB-41D1-9284-C186433F0B1E}" type="presOf" srcId="{EADE0D2D-1205-40C5-86CE-1D93146D1A90}" destId="{540CB1EA-7FE9-4D73-A499-E9A4351FFD87}" srcOrd="0" destOrd="0" presId="urn:microsoft.com/office/officeart/2005/8/layout/chevron2"/>
    <dgm:cxn modelId="{DCD357E6-3B99-4AC3-A81E-1D8E5B28EA4A}" type="presOf" srcId="{329A6205-D92F-4A22-8653-055AF4549D01}" destId="{99404815-EBB5-40EA-B4FB-18C60F71A14A}" srcOrd="0" destOrd="0" presId="urn:microsoft.com/office/officeart/2005/8/layout/chevron2"/>
    <dgm:cxn modelId="{A58080E9-33CB-4C07-920E-0A056786FE89}" srcId="{55AF256D-980F-4EAC-BDE3-A1B7BB810149}" destId="{329A6205-D92F-4A22-8653-055AF4549D01}" srcOrd="0" destOrd="0" parTransId="{BEC259D7-C0D1-4807-BF6D-B18A5084B23F}" sibTransId="{26A8870A-A98F-4E04-8A52-D7615622D8D3}"/>
    <dgm:cxn modelId="{58354AFC-FF9F-4168-953F-3495D229016B}" srcId="{EE40FFF8-103D-4F45-B85F-403984910D7F}" destId="{EADE0D2D-1205-40C5-86CE-1D93146D1A90}" srcOrd="3" destOrd="0" parTransId="{1313A02D-916B-4376-9187-E1513360A3B7}" sibTransId="{FE89EA1D-5BF4-4389-891E-1C4333E940F1}"/>
    <dgm:cxn modelId="{80E9981C-D6AF-4AA0-AE34-95916BB6042D}" type="presParOf" srcId="{C0F71877-8D45-45C6-ADEB-A07688B38294}" destId="{33F818AB-FF01-4241-9AE4-10038E362029}" srcOrd="0" destOrd="0" presId="urn:microsoft.com/office/officeart/2005/8/layout/chevron2"/>
    <dgm:cxn modelId="{BD8631D0-F477-4DAE-87B1-937628472942}" type="presParOf" srcId="{33F818AB-FF01-4241-9AE4-10038E362029}" destId="{FF38E5F5-B2ED-46F9-98AC-B8A051288B43}" srcOrd="0" destOrd="0" presId="urn:microsoft.com/office/officeart/2005/8/layout/chevron2"/>
    <dgm:cxn modelId="{2D223C1E-935B-45DD-ABB9-BBD1CC91D5F5}" type="presParOf" srcId="{33F818AB-FF01-4241-9AE4-10038E362029}" destId="{99404815-EBB5-40EA-B4FB-18C60F71A14A}" srcOrd="1" destOrd="0" presId="urn:microsoft.com/office/officeart/2005/8/layout/chevron2"/>
    <dgm:cxn modelId="{6E2722C2-765D-4ACA-9AE0-028CBFD8B297}" type="presParOf" srcId="{C0F71877-8D45-45C6-ADEB-A07688B38294}" destId="{37EC7346-47C0-4615-841A-9E4F49B20616}" srcOrd="1" destOrd="0" presId="urn:microsoft.com/office/officeart/2005/8/layout/chevron2"/>
    <dgm:cxn modelId="{65D5F0FA-5AC2-4A90-AA60-AE96A0295264}" type="presParOf" srcId="{C0F71877-8D45-45C6-ADEB-A07688B38294}" destId="{0C70E8EB-3FEE-4D47-8F76-EDE17DF38429}" srcOrd="2" destOrd="0" presId="urn:microsoft.com/office/officeart/2005/8/layout/chevron2"/>
    <dgm:cxn modelId="{C4D59501-0AE0-4F3F-81EC-70D4D3D4E944}" type="presParOf" srcId="{0C70E8EB-3FEE-4D47-8F76-EDE17DF38429}" destId="{BBC3BD6A-454F-4CAA-A5C0-8F47CE19C2CC}" srcOrd="0" destOrd="0" presId="urn:microsoft.com/office/officeart/2005/8/layout/chevron2"/>
    <dgm:cxn modelId="{1A855D8C-7F50-4E5C-B4F6-FE3BBD565654}" type="presParOf" srcId="{0C70E8EB-3FEE-4D47-8F76-EDE17DF38429}" destId="{DC734305-151B-44F7-8A31-4DF6B9EFACF5}" srcOrd="1" destOrd="0" presId="urn:microsoft.com/office/officeart/2005/8/layout/chevron2"/>
    <dgm:cxn modelId="{7B2B5BBD-B628-4875-8A95-FE99AFA14887}" type="presParOf" srcId="{C0F71877-8D45-45C6-ADEB-A07688B38294}" destId="{9C7EE37F-721D-46BD-AB76-FC0B9FABD973}" srcOrd="3" destOrd="0" presId="urn:microsoft.com/office/officeart/2005/8/layout/chevron2"/>
    <dgm:cxn modelId="{4F978EE2-2ED2-4D01-BAE0-509786D77D1C}" type="presParOf" srcId="{C0F71877-8D45-45C6-ADEB-A07688B38294}" destId="{8E7DEC69-0FE4-4393-A9FB-1A90492B3392}" srcOrd="4" destOrd="0" presId="urn:microsoft.com/office/officeart/2005/8/layout/chevron2"/>
    <dgm:cxn modelId="{E5EC3E4B-0FA6-4D5E-9D5C-3F85F9E4C5B9}" type="presParOf" srcId="{8E7DEC69-0FE4-4393-A9FB-1A90492B3392}" destId="{C8AD4FE8-2A6D-4A55-9C0A-17A337DE34C6}" srcOrd="0" destOrd="0" presId="urn:microsoft.com/office/officeart/2005/8/layout/chevron2"/>
    <dgm:cxn modelId="{87D9630F-3724-47B7-9CBA-71C688A99BF8}" type="presParOf" srcId="{8E7DEC69-0FE4-4393-A9FB-1A90492B3392}" destId="{114B75A6-06AB-4193-B4F9-C42AEDF360ED}" srcOrd="1" destOrd="0" presId="urn:microsoft.com/office/officeart/2005/8/layout/chevron2"/>
    <dgm:cxn modelId="{1F353E1E-3AA2-4FB5-A07F-12D5812786A0}" type="presParOf" srcId="{C0F71877-8D45-45C6-ADEB-A07688B38294}" destId="{BA64D39E-95CC-4CC6-92C0-C7057B7FC9A2}" srcOrd="5" destOrd="0" presId="urn:microsoft.com/office/officeart/2005/8/layout/chevron2"/>
    <dgm:cxn modelId="{4A2AEE0A-66F0-4A43-BA7C-5CB34E28E8C4}" type="presParOf" srcId="{C0F71877-8D45-45C6-ADEB-A07688B38294}" destId="{C2AF1167-D808-4C64-A7B4-5854C36E41E2}" srcOrd="6" destOrd="0" presId="urn:microsoft.com/office/officeart/2005/8/layout/chevron2"/>
    <dgm:cxn modelId="{65E7F123-24AF-4D75-9A0F-AF7E8598542D}" type="presParOf" srcId="{C2AF1167-D808-4C64-A7B4-5854C36E41E2}" destId="{540CB1EA-7FE9-4D73-A499-E9A4351FFD87}" srcOrd="0" destOrd="0" presId="urn:microsoft.com/office/officeart/2005/8/layout/chevron2"/>
    <dgm:cxn modelId="{1A43EBB0-27F5-4F70-A221-A2CF9131B2E7}" type="presParOf" srcId="{C2AF1167-D808-4C64-A7B4-5854C36E41E2}" destId="{DAD2E2F8-54E6-4FAE-A9BD-86AF88168CB8}" srcOrd="1" destOrd="0" presId="urn:microsoft.com/office/officeart/2005/8/layout/chevron2"/>
    <dgm:cxn modelId="{3D50D5AD-77F9-4A96-B3BC-968B9B7230C0}" type="presParOf" srcId="{C0F71877-8D45-45C6-ADEB-A07688B38294}" destId="{C9D992B7-A7BC-4357-99AD-F77F70604335}" srcOrd="7" destOrd="0" presId="urn:microsoft.com/office/officeart/2005/8/layout/chevron2"/>
    <dgm:cxn modelId="{E8FBE6F7-8354-4376-BAE4-7AA16B10861C}" type="presParOf" srcId="{C0F71877-8D45-45C6-ADEB-A07688B38294}" destId="{C5C144BA-0433-4A1A-90F1-F3FD5EE0438A}" srcOrd="8" destOrd="0" presId="urn:microsoft.com/office/officeart/2005/8/layout/chevron2"/>
    <dgm:cxn modelId="{13E742C9-2F46-49B3-AFB6-D180F7C65852}" type="presParOf" srcId="{C5C144BA-0433-4A1A-90F1-F3FD5EE0438A}" destId="{5830255F-49E8-44C9-A5BD-24B9CDC2A666}" srcOrd="0" destOrd="0" presId="urn:microsoft.com/office/officeart/2005/8/layout/chevron2"/>
    <dgm:cxn modelId="{BF337E50-0B30-4ACA-A9EC-E1E9858E7FBF}" type="presParOf" srcId="{C5C144BA-0433-4A1A-90F1-F3FD5EE0438A}" destId="{7A703FAB-2697-4360-9F76-B04086C14C7D}" srcOrd="1" destOrd="0" presId="urn:microsoft.com/office/officeart/2005/8/layout/chevron2"/>
    <dgm:cxn modelId="{1BA6EAB0-B481-49A5-98C9-261582F14CD7}" type="presParOf" srcId="{C0F71877-8D45-45C6-ADEB-A07688B38294}" destId="{FA094EC6-401C-4C3D-8BCD-D36EBCBF57A2}" srcOrd="9" destOrd="0" presId="urn:microsoft.com/office/officeart/2005/8/layout/chevron2"/>
    <dgm:cxn modelId="{892EC8BF-E09F-43F6-AEB1-2F7897F39834}" type="presParOf" srcId="{C0F71877-8D45-45C6-ADEB-A07688B38294}" destId="{D89BBC13-AA57-4CAA-9153-09E001633993}" srcOrd="10" destOrd="0" presId="urn:microsoft.com/office/officeart/2005/8/layout/chevron2"/>
    <dgm:cxn modelId="{5588CF8D-F4F6-4C4B-B41A-78F16836D713}" type="presParOf" srcId="{D89BBC13-AA57-4CAA-9153-09E001633993}" destId="{63437E7B-65DF-4A27-B708-B701FB2F2D97}" srcOrd="0" destOrd="0" presId="urn:microsoft.com/office/officeart/2005/8/layout/chevron2"/>
    <dgm:cxn modelId="{D48549BC-AC04-41E5-9C0C-79F7611B5655}" type="presParOf" srcId="{D89BBC13-AA57-4CAA-9153-09E001633993}" destId="{A736080A-6712-4C93-9E27-BF60389BE78D}" srcOrd="1" destOrd="0" presId="urn:microsoft.com/office/officeart/2005/8/layout/chevron2"/>
    <dgm:cxn modelId="{5C400D15-931D-482C-AC8A-68D838975307}" type="presParOf" srcId="{C0F71877-8D45-45C6-ADEB-A07688B38294}" destId="{90A72ED7-D95B-4830-AC90-B05431EACFA1}" srcOrd="11" destOrd="0" presId="urn:microsoft.com/office/officeart/2005/8/layout/chevron2"/>
    <dgm:cxn modelId="{0D0C8AF7-BAE3-4D0C-965D-96B2DB476C2D}" type="presParOf" srcId="{C0F71877-8D45-45C6-ADEB-A07688B38294}" destId="{628D534B-FA77-4339-9DC4-B32215EC400F}" srcOrd="12" destOrd="0" presId="urn:microsoft.com/office/officeart/2005/8/layout/chevron2"/>
    <dgm:cxn modelId="{313A3572-BF6B-4FCD-B2B7-8BC7762FAB27}" type="presParOf" srcId="{628D534B-FA77-4339-9DC4-B32215EC400F}" destId="{D87B602B-E23A-4814-B38E-6089C0F57C7A}" srcOrd="0" destOrd="0" presId="urn:microsoft.com/office/officeart/2005/8/layout/chevron2"/>
    <dgm:cxn modelId="{A8E8302F-C9D7-4A0C-A0FE-D012799A09D0}" type="presParOf" srcId="{628D534B-FA77-4339-9DC4-B32215EC400F}" destId="{37953712-67A3-4E6D-83CD-63697DE27E7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79A5CC-BB34-4CAD-B55F-1F0D8A222995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265EC4-DC3C-4D13-9330-9F21C6BDB7D0}">
      <dgm:prSet phldrT="[Text]"/>
      <dgm:spPr/>
      <dgm:t>
        <a:bodyPr/>
        <a:lstStyle/>
        <a:p>
          <a:r>
            <a:rPr lang="en-US" dirty="0"/>
            <a:t>2017 – 7.1</a:t>
          </a:r>
        </a:p>
      </dgm:t>
    </dgm:pt>
    <dgm:pt modelId="{6075FA98-4C12-44D0-9B4A-4733EC51FDCD}" type="parTrans" cxnId="{CE1A1506-1737-46EF-B104-A055D4A035E3}">
      <dgm:prSet/>
      <dgm:spPr/>
      <dgm:t>
        <a:bodyPr/>
        <a:lstStyle/>
        <a:p>
          <a:endParaRPr lang="en-US"/>
        </a:p>
      </dgm:t>
    </dgm:pt>
    <dgm:pt modelId="{527DDB4E-A919-4721-9D67-39D806F1E6E9}" type="sibTrans" cxnId="{CE1A1506-1737-46EF-B104-A055D4A035E3}">
      <dgm:prSet/>
      <dgm:spPr/>
      <dgm:t>
        <a:bodyPr/>
        <a:lstStyle/>
        <a:p>
          <a:endParaRPr lang="en-US"/>
        </a:p>
      </dgm:t>
    </dgm:pt>
    <dgm:pt modelId="{53BB17D7-3B43-4790-8E05-45DDF05C9CC1}">
      <dgm:prSet phldrT="[Text]"/>
      <dgm:spPr/>
      <dgm:t>
        <a:bodyPr/>
        <a:lstStyle/>
        <a:p>
          <a:r>
            <a:rPr lang="en-US" dirty="0"/>
            <a:t>2017 - 7.2</a:t>
          </a:r>
        </a:p>
      </dgm:t>
    </dgm:pt>
    <dgm:pt modelId="{2A66FEF0-D9AB-4D54-B911-9516D03854EA}" type="parTrans" cxnId="{8B3E278E-1C53-446D-A9B0-42DE5A78A497}">
      <dgm:prSet/>
      <dgm:spPr/>
      <dgm:t>
        <a:bodyPr/>
        <a:lstStyle/>
        <a:p>
          <a:endParaRPr lang="en-US"/>
        </a:p>
      </dgm:t>
    </dgm:pt>
    <dgm:pt modelId="{F5CBE59F-7232-4938-8851-1591A38EA73B}" type="sibTrans" cxnId="{8B3E278E-1C53-446D-A9B0-42DE5A78A497}">
      <dgm:prSet/>
      <dgm:spPr/>
      <dgm:t>
        <a:bodyPr/>
        <a:lstStyle/>
        <a:p>
          <a:endParaRPr lang="en-US"/>
        </a:p>
      </dgm:t>
    </dgm:pt>
    <dgm:pt modelId="{3ADB125B-8451-4CA7-805B-4C83BBFF6B8F}">
      <dgm:prSet phldrT="[Text]"/>
      <dgm:spPr/>
      <dgm:t>
        <a:bodyPr/>
        <a:lstStyle/>
        <a:p>
          <a:r>
            <a:rPr lang="en-US" dirty="0"/>
            <a:t>2018 - 7.3</a:t>
          </a:r>
        </a:p>
      </dgm:t>
    </dgm:pt>
    <dgm:pt modelId="{CA480D27-167B-4A57-9E44-438E332A4882}" type="parTrans" cxnId="{6A3CCB81-FA76-481B-BAC3-9E523C7DDD4F}">
      <dgm:prSet/>
      <dgm:spPr/>
      <dgm:t>
        <a:bodyPr/>
        <a:lstStyle/>
        <a:p>
          <a:endParaRPr lang="en-US"/>
        </a:p>
      </dgm:t>
    </dgm:pt>
    <dgm:pt modelId="{C35215D2-11D0-424C-B564-55EFD754023B}" type="sibTrans" cxnId="{6A3CCB81-FA76-481B-BAC3-9E523C7DDD4F}">
      <dgm:prSet/>
      <dgm:spPr/>
      <dgm:t>
        <a:bodyPr/>
        <a:lstStyle/>
        <a:p>
          <a:endParaRPr lang="en-US"/>
        </a:p>
      </dgm:t>
    </dgm:pt>
    <dgm:pt modelId="{F169D04E-9EF5-4F46-8DB5-CAABC2B96B82}">
      <dgm:prSet phldrT="[Text]"/>
      <dgm:spPr/>
      <dgm:t>
        <a:bodyPr/>
        <a:lstStyle/>
        <a:p>
          <a:r>
            <a:rPr lang="en-US" dirty="0"/>
            <a:t>2019 - 8</a:t>
          </a:r>
          <a:br>
            <a:rPr lang="en-US" dirty="0"/>
          </a:br>
          <a:r>
            <a:rPr lang="en-US" dirty="0"/>
            <a:t>Core 3.0</a:t>
          </a:r>
        </a:p>
      </dgm:t>
    </dgm:pt>
    <dgm:pt modelId="{19382D0C-7957-422D-AC29-2805EA415F35}" type="parTrans" cxnId="{7EB94D6F-F336-43B3-8738-0C75C4A2120D}">
      <dgm:prSet/>
      <dgm:spPr/>
      <dgm:t>
        <a:bodyPr/>
        <a:lstStyle/>
        <a:p>
          <a:endParaRPr lang="en-US"/>
        </a:p>
      </dgm:t>
    </dgm:pt>
    <dgm:pt modelId="{3FD62AAB-F0CA-4149-9F6E-A5299A5C1EEB}" type="sibTrans" cxnId="{7EB94D6F-F336-43B3-8738-0C75C4A2120D}">
      <dgm:prSet/>
      <dgm:spPr/>
      <dgm:t>
        <a:bodyPr/>
        <a:lstStyle/>
        <a:p>
          <a:endParaRPr lang="en-US"/>
        </a:p>
      </dgm:t>
    </dgm:pt>
    <dgm:pt modelId="{C75C1007-26BE-48F9-8726-5D349F169C1B}">
      <dgm:prSet phldrT="[Text]"/>
      <dgm:spPr/>
      <dgm:t>
        <a:bodyPr/>
        <a:lstStyle/>
        <a:p>
          <a:r>
            <a:rPr lang="en-US" dirty="0"/>
            <a:t>2020 - 9</a:t>
          </a:r>
        </a:p>
      </dgm:t>
    </dgm:pt>
    <dgm:pt modelId="{55507492-A629-4ED1-A6A7-7B03E974E9C8}" type="parTrans" cxnId="{A749248A-23C1-45A6-B889-C761453EDEC8}">
      <dgm:prSet/>
      <dgm:spPr/>
      <dgm:t>
        <a:bodyPr/>
        <a:lstStyle/>
        <a:p>
          <a:endParaRPr lang="en-US"/>
        </a:p>
      </dgm:t>
    </dgm:pt>
    <dgm:pt modelId="{C2BF626B-FCD2-4D81-8ED0-71FF1FD9B9F0}" type="sibTrans" cxnId="{A749248A-23C1-45A6-B889-C761453EDEC8}">
      <dgm:prSet/>
      <dgm:spPr/>
      <dgm:t>
        <a:bodyPr/>
        <a:lstStyle/>
        <a:p>
          <a:endParaRPr lang="en-US"/>
        </a:p>
      </dgm:t>
    </dgm:pt>
    <dgm:pt modelId="{BDEF6AF4-CCA9-4646-80B5-7BB8262E6677}">
      <dgm:prSet phldrT="[Text]"/>
      <dgm:spPr/>
      <dgm:t>
        <a:bodyPr/>
        <a:lstStyle/>
        <a:p>
          <a:r>
            <a:rPr lang="en-US" dirty="0"/>
            <a:t>2021 - 10</a:t>
          </a:r>
        </a:p>
      </dgm:t>
    </dgm:pt>
    <dgm:pt modelId="{5FDDFFEF-B9C9-4B64-B21D-6C5ED13C20D7}" type="parTrans" cxnId="{6F44629B-BA8B-4927-8D31-1DE828CABF0C}">
      <dgm:prSet/>
      <dgm:spPr/>
      <dgm:t>
        <a:bodyPr/>
        <a:lstStyle/>
        <a:p>
          <a:endParaRPr lang="en-US"/>
        </a:p>
      </dgm:t>
    </dgm:pt>
    <dgm:pt modelId="{59E74CAB-633C-4D3B-B25B-CCB42C74688F}" type="sibTrans" cxnId="{6F44629B-BA8B-4927-8D31-1DE828CABF0C}">
      <dgm:prSet/>
      <dgm:spPr/>
      <dgm:t>
        <a:bodyPr/>
        <a:lstStyle/>
        <a:p>
          <a:endParaRPr lang="en-US"/>
        </a:p>
      </dgm:t>
    </dgm:pt>
    <dgm:pt modelId="{98AC32CA-B1A1-467A-837C-A6BCFE9E1C86}">
      <dgm:prSet phldrT="[Text]"/>
      <dgm:spPr/>
      <dgm:t>
        <a:bodyPr/>
        <a:lstStyle/>
        <a:p>
          <a:r>
            <a:rPr lang="en-US" dirty="0"/>
            <a:t>2022  -11</a:t>
          </a:r>
        </a:p>
      </dgm:t>
    </dgm:pt>
    <dgm:pt modelId="{5CFE25C9-311E-40D5-A7C8-093576CAD3E3}" type="parTrans" cxnId="{AD95D4A9-D619-4E27-B80D-98C9F8C8F6E3}">
      <dgm:prSet/>
      <dgm:spPr/>
      <dgm:t>
        <a:bodyPr/>
        <a:lstStyle/>
        <a:p>
          <a:endParaRPr lang="en-US"/>
        </a:p>
      </dgm:t>
    </dgm:pt>
    <dgm:pt modelId="{FB7360B5-8F55-453D-8E4E-A0C7C03631D7}" type="sibTrans" cxnId="{AD95D4A9-D619-4E27-B80D-98C9F8C8F6E3}">
      <dgm:prSet/>
      <dgm:spPr/>
      <dgm:t>
        <a:bodyPr/>
        <a:lstStyle/>
        <a:p>
          <a:endParaRPr lang="en-US"/>
        </a:p>
      </dgm:t>
    </dgm:pt>
    <dgm:pt modelId="{7525FFB1-3242-4D7F-A4CE-D4224C607AA4}">
      <dgm:prSet phldrT="[Text]"/>
      <dgm:spPr/>
      <dgm:t>
        <a:bodyPr/>
        <a:lstStyle/>
        <a:p>
          <a:r>
            <a:rPr lang="en-US" dirty="0"/>
            <a:t>2015 - 6</a:t>
          </a:r>
        </a:p>
      </dgm:t>
    </dgm:pt>
    <dgm:pt modelId="{8AE9EAA8-A65C-405A-B367-3DF183C1EF8C}" type="parTrans" cxnId="{1CD1FBF8-B5DD-49C8-B52E-612DBAC42158}">
      <dgm:prSet/>
      <dgm:spPr/>
      <dgm:t>
        <a:bodyPr/>
        <a:lstStyle/>
        <a:p>
          <a:endParaRPr lang="en-US"/>
        </a:p>
      </dgm:t>
    </dgm:pt>
    <dgm:pt modelId="{1299814D-F336-4BB7-B007-D63C4483753F}" type="sibTrans" cxnId="{1CD1FBF8-B5DD-49C8-B52E-612DBAC42158}">
      <dgm:prSet/>
      <dgm:spPr/>
      <dgm:t>
        <a:bodyPr/>
        <a:lstStyle/>
        <a:p>
          <a:endParaRPr lang="en-US"/>
        </a:p>
      </dgm:t>
    </dgm:pt>
    <dgm:pt modelId="{3005041B-22D6-407E-ADE9-F5E3969CA006}">
      <dgm:prSet phldrT="[Text]"/>
      <dgm:spPr/>
      <dgm:t>
        <a:bodyPr/>
        <a:lstStyle/>
        <a:p>
          <a:r>
            <a:rPr lang="en-US" dirty="0"/>
            <a:t>2016 – 7.0</a:t>
          </a:r>
        </a:p>
      </dgm:t>
    </dgm:pt>
    <dgm:pt modelId="{ABA31C88-8750-4938-B2FA-1EF16B829A6E}" type="parTrans" cxnId="{94D6E7A8-25ED-4361-AC97-3F3792277C49}">
      <dgm:prSet/>
      <dgm:spPr/>
      <dgm:t>
        <a:bodyPr/>
        <a:lstStyle/>
        <a:p>
          <a:endParaRPr lang="en-US"/>
        </a:p>
      </dgm:t>
    </dgm:pt>
    <dgm:pt modelId="{98AD33A1-2000-4ED7-9C0C-C247672A558D}" type="sibTrans" cxnId="{94D6E7A8-25ED-4361-AC97-3F3792277C49}">
      <dgm:prSet/>
      <dgm:spPr/>
      <dgm:t>
        <a:bodyPr/>
        <a:lstStyle/>
        <a:p>
          <a:endParaRPr lang="en-US"/>
        </a:p>
      </dgm:t>
    </dgm:pt>
    <dgm:pt modelId="{7FED8D3E-C373-4D43-BE3B-86B5A170B3D6}">
      <dgm:prSet phldrT="[Text]"/>
      <dgm:spPr/>
      <dgm:t>
        <a:bodyPr/>
        <a:lstStyle/>
        <a:p>
          <a:r>
            <a:rPr lang="en-US" dirty="0"/>
            <a:t>2023 - 12</a:t>
          </a:r>
        </a:p>
      </dgm:t>
    </dgm:pt>
    <dgm:pt modelId="{0DE70434-D3E7-42CD-9BCE-508E28477C94}" type="parTrans" cxnId="{2A023129-98A2-4468-9C24-D5BDEA1985BD}">
      <dgm:prSet/>
      <dgm:spPr/>
      <dgm:t>
        <a:bodyPr/>
        <a:lstStyle/>
        <a:p>
          <a:endParaRPr lang="en-US"/>
        </a:p>
      </dgm:t>
    </dgm:pt>
    <dgm:pt modelId="{B505EDCF-06C8-4C5A-98E1-E7CF09321E49}" type="sibTrans" cxnId="{2A023129-98A2-4468-9C24-D5BDEA1985BD}">
      <dgm:prSet/>
      <dgm:spPr/>
      <dgm:t>
        <a:bodyPr/>
        <a:lstStyle/>
        <a:p>
          <a:endParaRPr lang="en-US"/>
        </a:p>
      </dgm:t>
    </dgm:pt>
    <dgm:pt modelId="{AC50A6F0-5623-43F6-BA4B-CC836CC81F66}">
      <dgm:prSet phldrT="[Text]"/>
      <dgm:spPr/>
      <dgm:t>
        <a:bodyPr/>
        <a:lstStyle/>
        <a:p>
          <a:r>
            <a:rPr lang="en-US" dirty="0"/>
            <a:t>2024 – 13</a:t>
          </a:r>
        </a:p>
      </dgm:t>
    </dgm:pt>
    <dgm:pt modelId="{16639AFC-92CE-4647-A340-5C2B5019B847}" type="parTrans" cxnId="{7B1EEE08-E6C5-4330-A752-17696A6CE530}">
      <dgm:prSet/>
      <dgm:spPr/>
      <dgm:t>
        <a:bodyPr/>
        <a:lstStyle/>
        <a:p>
          <a:endParaRPr lang="en-US"/>
        </a:p>
      </dgm:t>
    </dgm:pt>
    <dgm:pt modelId="{4B28E35B-839A-487D-AD20-66EC45C6EF86}" type="sibTrans" cxnId="{7B1EEE08-E6C5-4330-A752-17696A6CE530}">
      <dgm:prSet/>
      <dgm:spPr/>
      <dgm:t>
        <a:bodyPr/>
        <a:lstStyle/>
        <a:p>
          <a:endParaRPr lang="en-US"/>
        </a:p>
      </dgm:t>
    </dgm:pt>
    <dgm:pt modelId="{D8DDE9C4-E2EF-4041-8028-372688883E1D}">
      <dgm:prSet phldrT="[Text]"/>
      <dgm:spPr/>
      <dgm:t>
        <a:bodyPr/>
        <a:lstStyle/>
        <a:p>
          <a:r>
            <a:rPr lang="en-US" dirty="0"/>
            <a:t>2025 – 14</a:t>
          </a:r>
        </a:p>
      </dgm:t>
    </dgm:pt>
    <dgm:pt modelId="{213254A4-2C88-4B2A-9A55-7CA0185927FA}" type="parTrans" cxnId="{DB7171C3-E6B1-4973-BD54-051388AD4BA6}">
      <dgm:prSet/>
      <dgm:spPr/>
      <dgm:t>
        <a:bodyPr/>
        <a:lstStyle/>
        <a:p>
          <a:endParaRPr lang="en-US"/>
        </a:p>
      </dgm:t>
    </dgm:pt>
    <dgm:pt modelId="{45E6BFD4-37F5-4320-99E3-B5A2C2E1C22D}" type="sibTrans" cxnId="{DB7171C3-E6B1-4973-BD54-051388AD4BA6}">
      <dgm:prSet/>
      <dgm:spPr/>
      <dgm:t>
        <a:bodyPr/>
        <a:lstStyle/>
        <a:p>
          <a:endParaRPr lang="en-US"/>
        </a:p>
      </dgm:t>
    </dgm:pt>
    <dgm:pt modelId="{AEE5251C-ADF5-4805-87BA-08FD858F7147}">
      <dgm:prSet phldrT="[Text]"/>
      <dgm:spPr/>
      <dgm:t>
        <a:bodyPr/>
        <a:lstStyle/>
        <a:p>
          <a:r>
            <a:rPr lang="en-US"/>
            <a:t>2026 - 15</a:t>
          </a:r>
          <a:br>
            <a:rPr lang="en-US"/>
          </a:br>
          <a:endParaRPr lang="en-US" dirty="0"/>
        </a:p>
      </dgm:t>
    </dgm:pt>
    <dgm:pt modelId="{E1D11DDB-A966-4D1E-B225-9AFF7EF647B6}" type="parTrans" cxnId="{49E29F88-3A08-4F49-A81C-6E38D2C94E1F}">
      <dgm:prSet/>
      <dgm:spPr/>
      <dgm:t>
        <a:bodyPr/>
        <a:lstStyle/>
        <a:p>
          <a:endParaRPr lang="en-US"/>
        </a:p>
      </dgm:t>
    </dgm:pt>
    <dgm:pt modelId="{13AFDA6C-5D38-4795-803F-2550066050CF}" type="sibTrans" cxnId="{49E29F88-3A08-4F49-A81C-6E38D2C94E1F}">
      <dgm:prSet/>
      <dgm:spPr/>
      <dgm:t>
        <a:bodyPr/>
        <a:lstStyle/>
        <a:p>
          <a:endParaRPr lang="en-US"/>
        </a:p>
      </dgm:t>
    </dgm:pt>
    <dgm:pt modelId="{F00944D9-4DD3-47F4-9614-7F6DDEC39B17}" type="pres">
      <dgm:prSet presAssocID="{C879A5CC-BB34-4CAD-B55F-1F0D8A222995}" presName="rootnode" presStyleCnt="0">
        <dgm:presLayoutVars>
          <dgm:chMax/>
          <dgm:chPref/>
          <dgm:dir/>
          <dgm:animLvl val="lvl"/>
        </dgm:presLayoutVars>
      </dgm:prSet>
      <dgm:spPr/>
    </dgm:pt>
    <dgm:pt modelId="{DE476914-D5DF-449C-9FB5-620A9DE4CAF4}" type="pres">
      <dgm:prSet presAssocID="{7525FFB1-3242-4D7F-A4CE-D4224C607AA4}" presName="composite" presStyleCnt="0"/>
      <dgm:spPr/>
    </dgm:pt>
    <dgm:pt modelId="{D5A62326-B028-487E-B70C-043E205301AC}" type="pres">
      <dgm:prSet presAssocID="{7525FFB1-3242-4D7F-A4CE-D4224C607AA4}" presName="LShape" presStyleLbl="alignNode1" presStyleIdx="0" presStyleCnt="25"/>
      <dgm:spPr/>
    </dgm:pt>
    <dgm:pt modelId="{2CDD05A5-962E-44D3-9F5D-FFA348FDF79C}" type="pres">
      <dgm:prSet presAssocID="{7525FFB1-3242-4D7F-A4CE-D4224C607AA4}" presName="ParentText" presStyleLbl="revTx" presStyleIdx="0" presStyleCnt="13">
        <dgm:presLayoutVars>
          <dgm:chMax val="0"/>
          <dgm:chPref val="0"/>
          <dgm:bulletEnabled val="1"/>
        </dgm:presLayoutVars>
      </dgm:prSet>
      <dgm:spPr/>
    </dgm:pt>
    <dgm:pt modelId="{2EF8C7D4-86AB-4A74-8A67-F63C119A0DBA}" type="pres">
      <dgm:prSet presAssocID="{7525FFB1-3242-4D7F-A4CE-D4224C607AA4}" presName="Triangle" presStyleLbl="alignNode1" presStyleIdx="1" presStyleCnt="25"/>
      <dgm:spPr/>
    </dgm:pt>
    <dgm:pt modelId="{88691B20-51DA-4793-9B92-B3A783C30121}" type="pres">
      <dgm:prSet presAssocID="{1299814D-F336-4BB7-B007-D63C4483753F}" presName="sibTrans" presStyleCnt="0"/>
      <dgm:spPr/>
    </dgm:pt>
    <dgm:pt modelId="{7E75AD59-B7F2-4F1C-913E-F80A5A683850}" type="pres">
      <dgm:prSet presAssocID="{1299814D-F336-4BB7-B007-D63C4483753F}" presName="space" presStyleCnt="0"/>
      <dgm:spPr/>
    </dgm:pt>
    <dgm:pt modelId="{1375C024-C37E-4572-BEFB-CF69530227C4}" type="pres">
      <dgm:prSet presAssocID="{3005041B-22D6-407E-ADE9-F5E3969CA006}" presName="composite" presStyleCnt="0"/>
      <dgm:spPr/>
    </dgm:pt>
    <dgm:pt modelId="{2CD93BF4-0E69-44D9-AF85-D9A48062E8A8}" type="pres">
      <dgm:prSet presAssocID="{3005041B-22D6-407E-ADE9-F5E3969CA006}" presName="LShape" presStyleLbl="alignNode1" presStyleIdx="2" presStyleCnt="25"/>
      <dgm:spPr/>
    </dgm:pt>
    <dgm:pt modelId="{6793849F-AD1C-4CEB-9D98-0EBFE23BCFAD}" type="pres">
      <dgm:prSet presAssocID="{3005041B-22D6-407E-ADE9-F5E3969CA006}" presName="ParentText" presStyleLbl="revTx" presStyleIdx="1" presStyleCnt="13">
        <dgm:presLayoutVars>
          <dgm:chMax val="0"/>
          <dgm:chPref val="0"/>
          <dgm:bulletEnabled val="1"/>
        </dgm:presLayoutVars>
      </dgm:prSet>
      <dgm:spPr/>
    </dgm:pt>
    <dgm:pt modelId="{04D7B3AA-0E36-436E-8EA6-E27859974A10}" type="pres">
      <dgm:prSet presAssocID="{3005041B-22D6-407E-ADE9-F5E3969CA006}" presName="Triangle" presStyleLbl="alignNode1" presStyleIdx="3" presStyleCnt="25"/>
      <dgm:spPr/>
    </dgm:pt>
    <dgm:pt modelId="{362FC25E-E764-4D15-BA67-E0198CDAF6ED}" type="pres">
      <dgm:prSet presAssocID="{98AD33A1-2000-4ED7-9C0C-C247672A558D}" presName="sibTrans" presStyleCnt="0"/>
      <dgm:spPr/>
    </dgm:pt>
    <dgm:pt modelId="{45CE665D-67D7-4774-B56A-80930ED0FF76}" type="pres">
      <dgm:prSet presAssocID="{98AD33A1-2000-4ED7-9C0C-C247672A558D}" presName="space" presStyleCnt="0"/>
      <dgm:spPr/>
    </dgm:pt>
    <dgm:pt modelId="{D0F6A871-3426-4C72-9297-EAB064328FEF}" type="pres">
      <dgm:prSet presAssocID="{71265EC4-DC3C-4D13-9330-9F21C6BDB7D0}" presName="composite" presStyleCnt="0"/>
      <dgm:spPr/>
    </dgm:pt>
    <dgm:pt modelId="{3AC2B345-0BC2-4826-BB3C-F1FA9642F413}" type="pres">
      <dgm:prSet presAssocID="{71265EC4-DC3C-4D13-9330-9F21C6BDB7D0}" presName="LShape" presStyleLbl="alignNode1" presStyleIdx="4" presStyleCnt="25"/>
      <dgm:spPr/>
    </dgm:pt>
    <dgm:pt modelId="{73A57D8B-5DB2-4C34-84EC-EFB42C80114F}" type="pres">
      <dgm:prSet presAssocID="{71265EC4-DC3C-4D13-9330-9F21C6BDB7D0}" presName="ParentText" presStyleLbl="revTx" presStyleIdx="2" presStyleCnt="13">
        <dgm:presLayoutVars>
          <dgm:chMax val="0"/>
          <dgm:chPref val="0"/>
          <dgm:bulletEnabled val="1"/>
        </dgm:presLayoutVars>
      </dgm:prSet>
      <dgm:spPr/>
    </dgm:pt>
    <dgm:pt modelId="{DF2A2465-8E8B-46FD-8807-C0D9B75A773F}" type="pres">
      <dgm:prSet presAssocID="{71265EC4-DC3C-4D13-9330-9F21C6BDB7D0}" presName="Triangle" presStyleLbl="alignNode1" presStyleIdx="5" presStyleCnt="25"/>
      <dgm:spPr/>
    </dgm:pt>
    <dgm:pt modelId="{3782A970-2959-408D-B7EC-C4A54DEFAA94}" type="pres">
      <dgm:prSet presAssocID="{527DDB4E-A919-4721-9D67-39D806F1E6E9}" presName="sibTrans" presStyleCnt="0"/>
      <dgm:spPr/>
    </dgm:pt>
    <dgm:pt modelId="{822ECEE1-AAEB-449E-9394-B4FD38B33083}" type="pres">
      <dgm:prSet presAssocID="{527DDB4E-A919-4721-9D67-39D806F1E6E9}" presName="space" presStyleCnt="0"/>
      <dgm:spPr/>
    </dgm:pt>
    <dgm:pt modelId="{6F86AD4A-CCC7-4C7E-8602-AC2EB701E7D6}" type="pres">
      <dgm:prSet presAssocID="{53BB17D7-3B43-4790-8E05-45DDF05C9CC1}" presName="composite" presStyleCnt="0"/>
      <dgm:spPr/>
    </dgm:pt>
    <dgm:pt modelId="{D635A8CF-7CCD-4B3C-9533-335AA55B0AE1}" type="pres">
      <dgm:prSet presAssocID="{53BB17D7-3B43-4790-8E05-45DDF05C9CC1}" presName="LShape" presStyleLbl="alignNode1" presStyleIdx="6" presStyleCnt="25"/>
      <dgm:spPr/>
    </dgm:pt>
    <dgm:pt modelId="{0FC3FD64-B83E-40CF-BC99-69EF866AE33C}" type="pres">
      <dgm:prSet presAssocID="{53BB17D7-3B43-4790-8E05-45DDF05C9CC1}" presName="ParentText" presStyleLbl="revTx" presStyleIdx="3" presStyleCnt="13">
        <dgm:presLayoutVars>
          <dgm:chMax val="0"/>
          <dgm:chPref val="0"/>
          <dgm:bulletEnabled val="1"/>
        </dgm:presLayoutVars>
      </dgm:prSet>
      <dgm:spPr/>
    </dgm:pt>
    <dgm:pt modelId="{0A432D32-2BC1-465D-825E-2738702FCD8E}" type="pres">
      <dgm:prSet presAssocID="{53BB17D7-3B43-4790-8E05-45DDF05C9CC1}" presName="Triangle" presStyleLbl="alignNode1" presStyleIdx="7" presStyleCnt="25"/>
      <dgm:spPr/>
    </dgm:pt>
    <dgm:pt modelId="{AF5B9600-53EE-418B-BAD5-CA803C789B4F}" type="pres">
      <dgm:prSet presAssocID="{F5CBE59F-7232-4938-8851-1591A38EA73B}" presName="sibTrans" presStyleCnt="0"/>
      <dgm:spPr/>
    </dgm:pt>
    <dgm:pt modelId="{977548CD-AA17-4F1E-9E4A-8DFD16D3D8BF}" type="pres">
      <dgm:prSet presAssocID="{F5CBE59F-7232-4938-8851-1591A38EA73B}" presName="space" presStyleCnt="0"/>
      <dgm:spPr/>
    </dgm:pt>
    <dgm:pt modelId="{7DF7C093-6660-4687-8F85-C065FB8336C0}" type="pres">
      <dgm:prSet presAssocID="{3ADB125B-8451-4CA7-805B-4C83BBFF6B8F}" presName="composite" presStyleCnt="0"/>
      <dgm:spPr/>
    </dgm:pt>
    <dgm:pt modelId="{D06E30F8-213B-4516-93DD-0C716D4909BD}" type="pres">
      <dgm:prSet presAssocID="{3ADB125B-8451-4CA7-805B-4C83BBFF6B8F}" presName="LShape" presStyleLbl="alignNode1" presStyleIdx="8" presStyleCnt="25"/>
      <dgm:spPr/>
    </dgm:pt>
    <dgm:pt modelId="{EFD9523E-4746-4979-8BF8-8E30A0E0B915}" type="pres">
      <dgm:prSet presAssocID="{3ADB125B-8451-4CA7-805B-4C83BBFF6B8F}" presName="ParentText" presStyleLbl="revTx" presStyleIdx="4" presStyleCnt="13">
        <dgm:presLayoutVars>
          <dgm:chMax val="0"/>
          <dgm:chPref val="0"/>
          <dgm:bulletEnabled val="1"/>
        </dgm:presLayoutVars>
      </dgm:prSet>
      <dgm:spPr/>
    </dgm:pt>
    <dgm:pt modelId="{86E972F2-0282-48BD-A237-2FC57D48283B}" type="pres">
      <dgm:prSet presAssocID="{3ADB125B-8451-4CA7-805B-4C83BBFF6B8F}" presName="Triangle" presStyleLbl="alignNode1" presStyleIdx="9" presStyleCnt="25"/>
      <dgm:spPr/>
    </dgm:pt>
    <dgm:pt modelId="{34C9F4B1-8CCC-4E4F-A8EC-361842B31B1C}" type="pres">
      <dgm:prSet presAssocID="{C35215D2-11D0-424C-B564-55EFD754023B}" presName="sibTrans" presStyleCnt="0"/>
      <dgm:spPr/>
    </dgm:pt>
    <dgm:pt modelId="{8751205A-E14D-4051-8ED4-93EA1C464D3C}" type="pres">
      <dgm:prSet presAssocID="{C35215D2-11D0-424C-B564-55EFD754023B}" presName="space" presStyleCnt="0"/>
      <dgm:spPr/>
    </dgm:pt>
    <dgm:pt modelId="{8451BB7A-E67D-4B06-B84C-99925511C20D}" type="pres">
      <dgm:prSet presAssocID="{F169D04E-9EF5-4F46-8DB5-CAABC2B96B82}" presName="composite" presStyleCnt="0"/>
      <dgm:spPr/>
    </dgm:pt>
    <dgm:pt modelId="{8F240FE0-286F-43FB-9354-DB4AE83DA4F2}" type="pres">
      <dgm:prSet presAssocID="{F169D04E-9EF5-4F46-8DB5-CAABC2B96B82}" presName="LShape" presStyleLbl="alignNode1" presStyleIdx="10" presStyleCnt="25"/>
      <dgm:spPr/>
    </dgm:pt>
    <dgm:pt modelId="{C20ED00B-E253-4D9D-A210-E9A0F84AC654}" type="pres">
      <dgm:prSet presAssocID="{F169D04E-9EF5-4F46-8DB5-CAABC2B96B82}" presName="ParentText" presStyleLbl="revTx" presStyleIdx="5" presStyleCnt="13">
        <dgm:presLayoutVars>
          <dgm:chMax val="0"/>
          <dgm:chPref val="0"/>
          <dgm:bulletEnabled val="1"/>
        </dgm:presLayoutVars>
      </dgm:prSet>
      <dgm:spPr/>
    </dgm:pt>
    <dgm:pt modelId="{82341C83-649D-40DD-B9E0-CFF2F485FB17}" type="pres">
      <dgm:prSet presAssocID="{F169D04E-9EF5-4F46-8DB5-CAABC2B96B82}" presName="Triangle" presStyleLbl="alignNode1" presStyleIdx="11" presStyleCnt="25"/>
      <dgm:spPr/>
    </dgm:pt>
    <dgm:pt modelId="{03B71CF9-078B-45AA-BAA5-B03615DDDEF1}" type="pres">
      <dgm:prSet presAssocID="{3FD62AAB-F0CA-4149-9F6E-A5299A5C1EEB}" presName="sibTrans" presStyleCnt="0"/>
      <dgm:spPr/>
    </dgm:pt>
    <dgm:pt modelId="{95180F3F-3412-4D4E-84B1-EC6B28788A7F}" type="pres">
      <dgm:prSet presAssocID="{3FD62AAB-F0CA-4149-9F6E-A5299A5C1EEB}" presName="space" presStyleCnt="0"/>
      <dgm:spPr/>
    </dgm:pt>
    <dgm:pt modelId="{B92E8A26-FCD6-4DFB-B378-EAEE280B815B}" type="pres">
      <dgm:prSet presAssocID="{C75C1007-26BE-48F9-8726-5D349F169C1B}" presName="composite" presStyleCnt="0"/>
      <dgm:spPr/>
    </dgm:pt>
    <dgm:pt modelId="{5932BF85-5FC1-4B88-B289-2B7F6DD23F1F}" type="pres">
      <dgm:prSet presAssocID="{C75C1007-26BE-48F9-8726-5D349F169C1B}" presName="LShape" presStyleLbl="alignNode1" presStyleIdx="12" presStyleCnt="25"/>
      <dgm:spPr/>
    </dgm:pt>
    <dgm:pt modelId="{BAFB9694-C2E1-4261-8A33-A246E47F5F4B}" type="pres">
      <dgm:prSet presAssocID="{C75C1007-26BE-48F9-8726-5D349F169C1B}" presName="ParentText" presStyleLbl="revTx" presStyleIdx="6" presStyleCnt="13">
        <dgm:presLayoutVars>
          <dgm:chMax val="0"/>
          <dgm:chPref val="0"/>
          <dgm:bulletEnabled val="1"/>
        </dgm:presLayoutVars>
      </dgm:prSet>
      <dgm:spPr/>
    </dgm:pt>
    <dgm:pt modelId="{C3BDA560-C3C6-4D33-B5F2-EC76FDAA68CF}" type="pres">
      <dgm:prSet presAssocID="{C75C1007-26BE-48F9-8726-5D349F169C1B}" presName="Triangle" presStyleLbl="alignNode1" presStyleIdx="13" presStyleCnt="25"/>
      <dgm:spPr/>
    </dgm:pt>
    <dgm:pt modelId="{A480CE5D-8A2F-4E6C-8771-2A49B4522D90}" type="pres">
      <dgm:prSet presAssocID="{C2BF626B-FCD2-4D81-8ED0-71FF1FD9B9F0}" presName="sibTrans" presStyleCnt="0"/>
      <dgm:spPr/>
    </dgm:pt>
    <dgm:pt modelId="{F47D42EB-BEE2-46E6-85CA-55FBCBA7C440}" type="pres">
      <dgm:prSet presAssocID="{C2BF626B-FCD2-4D81-8ED0-71FF1FD9B9F0}" presName="space" presStyleCnt="0"/>
      <dgm:spPr/>
    </dgm:pt>
    <dgm:pt modelId="{85817817-E50E-4A58-B706-FED7B65CF848}" type="pres">
      <dgm:prSet presAssocID="{BDEF6AF4-CCA9-4646-80B5-7BB8262E6677}" presName="composite" presStyleCnt="0"/>
      <dgm:spPr/>
    </dgm:pt>
    <dgm:pt modelId="{DBDDE612-82EF-4D92-B069-7E52B7863382}" type="pres">
      <dgm:prSet presAssocID="{BDEF6AF4-CCA9-4646-80B5-7BB8262E6677}" presName="LShape" presStyleLbl="alignNode1" presStyleIdx="14" presStyleCnt="25"/>
      <dgm:spPr/>
    </dgm:pt>
    <dgm:pt modelId="{D56BE265-6523-4A95-A1C2-953635A75C3A}" type="pres">
      <dgm:prSet presAssocID="{BDEF6AF4-CCA9-4646-80B5-7BB8262E6677}" presName="ParentText" presStyleLbl="revTx" presStyleIdx="7" presStyleCnt="13">
        <dgm:presLayoutVars>
          <dgm:chMax val="0"/>
          <dgm:chPref val="0"/>
          <dgm:bulletEnabled val="1"/>
        </dgm:presLayoutVars>
      </dgm:prSet>
      <dgm:spPr/>
    </dgm:pt>
    <dgm:pt modelId="{14E02FAC-A7E6-46CD-B071-295D36120743}" type="pres">
      <dgm:prSet presAssocID="{BDEF6AF4-CCA9-4646-80B5-7BB8262E6677}" presName="Triangle" presStyleLbl="alignNode1" presStyleIdx="15" presStyleCnt="25"/>
      <dgm:spPr/>
    </dgm:pt>
    <dgm:pt modelId="{FAAEFC2A-5652-4750-A784-EC75015339E1}" type="pres">
      <dgm:prSet presAssocID="{59E74CAB-633C-4D3B-B25B-CCB42C74688F}" presName="sibTrans" presStyleCnt="0"/>
      <dgm:spPr/>
    </dgm:pt>
    <dgm:pt modelId="{DE41D965-6966-436D-AD21-062FFA4C4245}" type="pres">
      <dgm:prSet presAssocID="{59E74CAB-633C-4D3B-B25B-CCB42C74688F}" presName="space" presStyleCnt="0"/>
      <dgm:spPr/>
    </dgm:pt>
    <dgm:pt modelId="{78071010-A3EF-4E74-8C2C-3EA015DAB46F}" type="pres">
      <dgm:prSet presAssocID="{98AC32CA-B1A1-467A-837C-A6BCFE9E1C86}" presName="composite" presStyleCnt="0"/>
      <dgm:spPr/>
    </dgm:pt>
    <dgm:pt modelId="{CD7B505C-F821-4926-91FC-E645F28CEB22}" type="pres">
      <dgm:prSet presAssocID="{98AC32CA-B1A1-467A-837C-A6BCFE9E1C86}" presName="LShape" presStyleLbl="alignNode1" presStyleIdx="16" presStyleCnt="25"/>
      <dgm:spPr/>
    </dgm:pt>
    <dgm:pt modelId="{DFA5BC27-E115-4A08-B82C-4C28F0F000A7}" type="pres">
      <dgm:prSet presAssocID="{98AC32CA-B1A1-467A-837C-A6BCFE9E1C86}" presName="ParentText" presStyleLbl="revTx" presStyleIdx="8" presStyleCnt="13">
        <dgm:presLayoutVars>
          <dgm:chMax val="0"/>
          <dgm:chPref val="0"/>
          <dgm:bulletEnabled val="1"/>
        </dgm:presLayoutVars>
      </dgm:prSet>
      <dgm:spPr/>
    </dgm:pt>
    <dgm:pt modelId="{3C6E32FC-D5D2-4259-BD0F-4827A1A13D0D}" type="pres">
      <dgm:prSet presAssocID="{98AC32CA-B1A1-467A-837C-A6BCFE9E1C86}" presName="Triangle" presStyleLbl="alignNode1" presStyleIdx="17" presStyleCnt="25"/>
      <dgm:spPr/>
    </dgm:pt>
    <dgm:pt modelId="{104FFA2E-6E18-40BF-BCCD-410D2C02F6F8}" type="pres">
      <dgm:prSet presAssocID="{FB7360B5-8F55-453D-8E4E-A0C7C03631D7}" presName="sibTrans" presStyleCnt="0"/>
      <dgm:spPr/>
    </dgm:pt>
    <dgm:pt modelId="{FE37B07A-3E76-4C54-A05B-0118F51A93AE}" type="pres">
      <dgm:prSet presAssocID="{FB7360B5-8F55-453D-8E4E-A0C7C03631D7}" presName="space" presStyleCnt="0"/>
      <dgm:spPr/>
    </dgm:pt>
    <dgm:pt modelId="{611F54CC-BCFC-4B2A-BA16-9E22ADDE74E6}" type="pres">
      <dgm:prSet presAssocID="{7FED8D3E-C373-4D43-BE3B-86B5A170B3D6}" presName="composite" presStyleCnt="0"/>
      <dgm:spPr/>
    </dgm:pt>
    <dgm:pt modelId="{8C824E21-9FF1-43F5-B4AB-FBBD72AC76AE}" type="pres">
      <dgm:prSet presAssocID="{7FED8D3E-C373-4D43-BE3B-86B5A170B3D6}" presName="LShape" presStyleLbl="alignNode1" presStyleIdx="18" presStyleCnt="25"/>
      <dgm:spPr/>
    </dgm:pt>
    <dgm:pt modelId="{883FB80F-6F85-4C5A-9634-99DCF1E25676}" type="pres">
      <dgm:prSet presAssocID="{7FED8D3E-C373-4D43-BE3B-86B5A170B3D6}" presName="ParentText" presStyleLbl="revTx" presStyleIdx="9" presStyleCnt="13">
        <dgm:presLayoutVars>
          <dgm:chMax val="0"/>
          <dgm:chPref val="0"/>
          <dgm:bulletEnabled val="1"/>
        </dgm:presLayoutVars>
      </dgm:prSet>
      <dgm:spPr/>
    </dgm:pt>
    <dgm:pt modelId="{FB5750EF-7622-442E-882D-2DAF664CC073}" type="pres">
      <dgm:prSet presAssocID="{7FED8D3E-C373-4D43-BE3B-86B5A170B3D6}" presName="Triangle" presStyleLbl="alignNode1" presStyleIdx="19" presStyleCnt="25"/>
      <dgm:spPr/>
    </dgm:pt>
    <dgm:pt modelId="{CA93C01C-6C80-4597-9CE6-0D845FA047F9}" type="pres">
      <dgm:prSet presAssocID="{B505EDCF-06C8-4C5A-98E1-E7CF09321E49}" presName="sibTrans" presStyleCnt="0"/>
      <dgm:spPr/>
    </dgm:pt>
    <dgm:pt modelId="{400B8B15-CE34-48E6-B482-2486E27749CD}" type="pres">
      <dgm:prSet presAssocID="{B505EDCF-06C8-4C5A-98E1-E7CF09321E49}" presName="space" presStyleCnt="0"/>
      <dgm:spPr/>
    </dgm:pt>
    <dgm:pt modelId="{D41EDEFE-7C87-4621-B3C8-F61E607F3835}" type="pres">
      <dgm:prSet presAssocID="{AC50A6F0-5623-43F6-BA4B-CC836CC81F66}" presName="composite" presStyleCnt="0"/>
      <dgm:spPr/>
    </dgm:pt>
    <dgm:pt modelId="{60A51406-522F-4D80-A0B0-1362406ED124}" type="pres">
      <dgm:prSet presAssocID="{AC50A6F0-5623-43F6-BA4B-CC836CC81F66}" presName="LShape" presStyleLbl="alignNode1" presStyleIdx="20" presStyleCnt="25"/>
      <dgm:spPr/>
    </dgm:pt>
    <dgm:pt modelId="{8CE228EA-A0FC-4BF8-82E4-3043B21AA10C}" type="pres">
      <dgm:prSet presAssocID="{AC50A6F0-5623-43F6-BA4B-CC836CC81F66}" presName="ParentText" presStyleLbl="revTx" presStyleIdx="10" presStyleCnt="13">
        <dgm:presLayoutVars>
          <dgm:chMax val="0"/>
          <dgm:chPref val="0"/>
          <dgm:bulletEnabled val="1"/>
        </dgm:presLayoutVars>
      </dgm:prSet>
      <dgm:spPr/>
    </dgm:pt>
    <dgm:pt modelId="{EF3B492C-63AD-436F-929F-E72E36E4BEE6}" type="pres">
      <dgm:prSet presAssocID="{AC50A6F0-5623-43F6-BA4B-CC836CC81F66}" presName="Triangle" presStyleLbl="alignNode1" presStyleIdx="21" presStyleCnt="25"/>
      <dgm:spPr/>
    </dgm:pt>
    <dgm:pt modelId="{C88F2CDC-2003-4CF1-98A2-2771620DEAD2}" type="pres">
      <dgm:prSet presAssocID="{4B28E35B-839A-487D-AD20-66EC45C6EF86}" presName="sibTrans" presStyleCnt="0"/>
      <dgm:spPr/>
    </dgm:pt>
    <dgm:pt modelId="{43A7DBD0-82FD-431F-A511-30ADEED68716}" type="pres">
      <dgm:prSet presAssocID="{4B28E35B-839A-487D-AD20-66EC45C6EF86}" presName="space" presStyleCnt="0"/>
      <dgm:spPr/>
    </dgm:pt>
    <dgm:pt modelId="{D8305C91-88E5-4922-9E69-00145F39DE04}" type="pres">
      <dgm:prSet presAssocID="{D8DDE9C4-E2EF-4041-8028-372688883E1D}" presName="composite" presStyleCnt="0"/>
      <dgm:spPr/>
    </dgm:pt>
    <dgm:pt modelId="{EAD82D5F-6F80-47C8-AEFC-17BC204EBA06}" type="pres">
      <dgm:prSet presAssocID="{D8DDE9C4-E2EF-4041-8028-372688883E1D}" presName="LShape" presStyleLbl="alignNode1" presStyleIdx="22" presStyleCnt="25"/>
      <dgm:spPr/>
    </dgm:pt>
    <dgm:pt modelId="{0D9AF634-2F88-4663-A97B-E04708837239}" type="pres">
      <dgm:prSet presAssocID="{D8DDE9C4-E2EF-4041-8028-372688883E1D}" presName="ParentText" presStyleLbl="revTx" presStyleIdx="11" presStyleCnt="13">
        <dgm:presLayoutVars>
          <dgm:chMax val="0"/>
          <dgm:chPref val="0"/>
          <dgm:bulletEnabled val="1"/>
        </dgm:presLayoutVars>
      </dgm:prSet>
      <dgm:spPr/>
    </dgm:pt>
    <dgm:pt modelId="{1CF533B6-B64B-4845-9BDC-A83DF6E2891F}" type="pres">
      <dgm:prSet presAssocID="{D8DDE9C4-E2EF-4041-8028-372688883E1D}" presName="Triangle" presStyleLbl="alignNode1" presStyleIdx="23" presStyleCnt="25"/>
      <dgm:spPr/>
    </dgm:pt>
    <dgm:pt modelId="{24237243-B569-4916-82DF-C3B435012A7E}" type="pres">
      <dgm:prSet presAssocID="{45E6BFD4-37F5-4320-99E3-B5A2C2E1C22D}" presName="sibTrans" presStyleCnt="0"/>
      <dgm:spPr/>
    </dgm:pt>
    <dgm:pt modelId="{914D3427-B180-4A88-BE3D-2B1B2EB1F765}" type="pres">
      <dgm:prSet presAssocID="{45E6BFD4-37F5-4320-99E3-B5A2C2E1C22D}" presName="space" presStyleCnt="0"/>
      <dgm:spPr/>
    </dgm:pt>
    <dgm:pt modelId="{273D019B-5805-4F93-BB0F-9BF03DA7F3D7}" type="pres">
      <dgm:prSet presAssocID="{AEE5251C-ADF5-4805-87BA-08FD858F7147}" presName="composite" presStyleCnt="0"/>
      <dgm:spPr/>
    </dgm:pt>
    <dgm:pt modelId="{5F460CE2-7B0D-436E-AC7E-770A3FAC8ED6}" type="pres">
      <dgm:prSet presAssocID="{AEE5251C-ADF5-4805-87BA-08FD858F7147}" presName="LShape" presStyleLbl="alignNode1" presStyleIdx="24" presStyleCnt="25"/>
      <dgm:spPr/>
    </dgm:pt>
    <dgm:pt modelId="{A22DA82A-3AC7-45B3-A35B-BBB4D706A420}" type="pres">
      <dgm:prSet presAssocID="{AEE5251C-ADF5-4805-87BA-08FD858F7147}" presName="ParentText" presStyleLbl="revTx" presStyleIdx="12" presStyleCnt="13">
        <dgm:presLayoutVars>
          <dgm:chMax val="0"/>
          <dgm:chPref val="0"/>
          <dgm:bulletEnabled val="1"/>
        </dgm:presLayoutVars>
      </dgm:prSet>
      <dgm:spPr/>
    </dgm:pt>
  </dgm:ptLst>
  <dgm:cxnLst>
    <dgm:cxn modelId="{E3508D01-A927-4E4D-ABFB-496D0E5E6696}" type="presOf" srcId="{BDEF6AF4-CCA9-4646-80B5-7BB8262E6677}" destId="{D56BE265-6523-4A95-A1C2-953635A75C3A}" srcOrd="0" destOrd="0" presId="urn:microsoft.com/office/officeart/2009/3/layout/StepUpProcess"/>
    <dgm:cxn modelId="{CE1A1506-1737-46EF-B104-A055D4A035E3}" srcId="{C879A5CC-BB34-4CAD-B55F-1F0D8A222995}" destId="{71265EC4-DC3C-4D13-9330-9F21C6BDB7D0}" srcOrd="2" destOrd="0" parTransId="{6075FA98-4C12-44D0-9B4A-4733EC51FDCD}" sibTransId="{527DDB4E-A919-4721-9D67-39D806F1E6E9}"/>
    <dgm:cxn modelId="{7B1EEE08-E6C5-4330-A752-17696A6CE530}" srcId="{C879A5CC-BB34-4CAD-B55F-1F0D8A222995}" destId="{AC50A6F0-5623-43F6-BA4B-CC836CC81F66}" srcOrd="10" destOrd="0" parTransId="{16639AFC-92CE-4647-A340-5C2B5019B847}" sibTransId="{4B28E35B-839A-487D-AD20-66EC45C6EF86}"/>
    <dgm:cxn modelId="{5A914220-E122-491A-834C-BBDC808437A5}" type="presOf" srcId="{D8DDE9C4-E2EF-4041-8028-372688883E1D}" destId="{0D9AF634-2F88-4663-A97B-E04708837239}" srcOrd="0" destOrd="0" presId="urn:microsoft.com/office/officeart/2009/3/layout/StepUpProcess"/>
    <dgm:cxn modelId="{2A023129-98A2-4468-9C24-D5BDEA1985BD}" srcId="{C879A5CC-BB34-4CAD-B55F-1F0D8A222995}" destId="{7FED8D3E-C373-4D43-BE3B-86B5A170B3D6}" srcOrd="9" destOrd="0" parTransId="{0DE70434-D3E7-42CD-9BCE-508E28477C94}" sibTransId="{B505EDCF-06C8-4C5A-98E1-E7CF09321E49}"/>
    <dgm:cxn modelId="{5C6AA42B-EB5A-4170-90FA-163C40F930BC}" type="presOf" srcId="{AC50A6F0-5623-43F6-BA4B-CC836CC81F66}" destId="{8CE228EA-A0FC-4BF8-82E4-3043B21AA10C}" srcOrd="0" destOrd="0" presId="urn:microsoft.com/office/officeart/2009/3/layout/StepUpProcess"/>
    <dgm:cxn modelId="{54C67E2F-5D19-4DC8-9E9B-9FB0501E21DF}" type="presOf" srcId="{F169D04E-9EF5-4F46-8DB5-CAABC2B96B82}" destId="{C20ED00B-E253-4D9D-A210-E9A0F84AC654}" srcOrd="0" destOrd="0" presId="urn:microsoft.com/office/officeart/2009/3/layout/StepUpProcess"/>
    <dgm:cxn modelId="{A349455F-7AD6-417D-9DBD-A02862071991}" type="presOf" srcId="{3ADB125B-8451-4CA7-805B-4C83BBFF6B8F}" destId="{EFD9523E-4746-4979-8BF8-8E30A0E0B915}" srcOrd="0" destOrd="0" presId="urn:microsoft.com/office/officeart/2009/3/layout/StepUpProcess"/>
    <dgm:cxn modelId="{77117B41-055F-4144-AF7F-4E7CCEA738CC}" type="presOf" srcId="{98AC32CA-B1A1-467A-837C-A6BCFE9E1C86}" destId="{DFA5BC27-E115-4A08-B82C-4C28F0F000A7}" srcOrd="0" destOrd="0" presId="urn:microsoft.com/office/officeart/2009/3/layout/StepUpProcess"/>
    <dgm:cxn modelId="{12F27644-F758-44F1-A0A2-EBAC5FCE487C}" type="presOf" srcId="{C879A5CC-BB34-4CAD-B55F-1F0D8A222995}" destId="{F00944D9-4DD3-47F4-9614-7F6DDEC39B17}" srcOrd="0" destOrd="0" presId="urn:microsoft.com/office/officeart/2009/3/layout/StepUpProcess"/>
    <dgm:cxn modelId="{8DBBCF6E-DE3F-421A-BD89-5E6D86C28B16}" type="presOf" srcId="{7FED8D3E-C373-4D43-BE3B-86B5A170B3D6}" destId="{883FB80F-6F85-4C5A-9634-99DCF1E25676}" srcOrd="0" destOrd="0" presId="urn:microsoft.com/office/officeart/2009/3/layout/StepUpProcess"/>
    <dgm:cxn modelId="{7EB94D6F-F336-43B3-8738-0C75C4A2120D}" srcId="{C879A5CC-BB34-4CAD-B55F-1F0D8A222995}" destId="{F169D04E-9EF5-4F46-8DB5-CAABC2B96B82}" srcOrd="5" destOrd="0" parTransId="{19382D0C-7957-422D-AC29-2805EA415F35}" sibTransId="{3FD62AAB-F0CA-4149-9F6E-A5299A5C1EEB}"/>
    <dgm:cxn modelId="{E790CE72-DECF-4C68-8D2A-DFDB11115ADE}" type="presOf" srcId="{3005041B-22D6-407E-ADE9-F5E3969CA006}" destId="{6793849F-AD1C-4CEB-9D98-0EBFE23BCFAD}" srcOrd="0" destOrd="0" presId="urn:microsoft.com/office/officeart/2009/3/layout/StepUpProcess"/>
    <dgm:cxn modelId="{A110C680-D2C6-4128-AE60-D9DA5A4503D1}" type="presOf" srcId="{71265EC4-DC3C-4D13-9330-9F21C6BDB7D0}" destId="{73A57D8B-5DB2-4C34-84EC-EFB42C80114F}" srcOrd="0" destOrd="0" presId="urn:microsoft.com/office/officeart/2009/3/layout/StepUpProcess"/>
    <dgm:cxn modelId="{6A3CCB81-FA76-481B-BAC3-9E523C7DDD4F}" srcId="{C879A5CC-BB34-4CAD-B55F-1F0D8A222995}" destId="{3ADB125B-8451-4CA7-805B-4C83BBFF6B8F}" srcOrd="4" destOrd="0" parTransId="{CA480D27-167B-4A57-9E44-438E332A4882}" sibTransId="{C35215D2-11D0-424C-B564-55EFD754023B}"/>
    <dgm:cxn modelId="{49E29F88-3A08-4F49-A81C-6E38D2C94E1F}" srcId="{C879A5CC-BB34-4CAD-B55F-1F0D8A222995}" destId="{AEE5251C-ADF5-4805-87BA-08FD858F7147}" srcOrd="12" destOrd="0" parTransId="{E1D11DDB-A966-4D1E-B225-9AFF7EF647B6}" sibTransId="{13AFDA6C-5D38-4795-803F-2550066050CF}"/>
    <dgm:cxn modelId="{A749248A-23C1-45A6-B889-C761453EDEC8}" srcId="{C879A5CC-BB34-4CAD-B55F-1F0D8A222995}" destId="{C75C1007-26BE-48F9-8726-5D349F169C1B}" srcOrd="6" destOrd="0" parTransId="{55507492-A629-4ED1-A6A7-7B03E974E9C8}" sibTransId="{C2BF626B-FCD2-4D81-8ED0-71FF1FD9B9F0}"/>
    <dgm:cxn modelId="{8B3E278E-1C53-446D-A9B0-42DE5A78A497}" srcId="{C879A5CC-BB34-4CAD-B55F-1F0D8A222995}" destId="{53BB17D7-3B43-4790-8E05-45DDF05C9CC1}" srcOrd="3" destOrd="0" parTransId="{2A66FEF0-D9AB-4D54-B911-9516D03854EA}" sibTransId="{F5CBE59F-7232-4938-8851-1591A38EA73B}"/>
    <dgm:cxn modelId="{587BDD91-48A1-4AF5-87C7-2F71F7561397}" type="presOf" srcId="{AEE5251C-ADF5-4805-87BA-08FD858F7147}" destId="{A22DA82A-3AC7-45B3-A35B-BBB4D706A420}" srcOrd="0" destOrd="0" presId="urn:microsoft.com/office/officeart/2009/3/layout/StepUpProcess"/>
    <dgm:cxn modelId="{6F44629B-BA8B-4927-8D31-1DE828CABF0C}" srcId="{C879A5CC-BB34-4CAD-B55F-1F0D8A222995}" destId="{BDEF6AF4-CCA9-4646-80B5-7BB8262E6677}" srcOrd="7" destOrd="0" parTransId="{5FDDFFEF-B9C9-4B64-B21D-6C5ED13C20D7}" sibTransId="{59E74CAB-633C-4D3B-B25B-CCB42C74688F}"/>
    <dgm:cxn modelId="{F323AFA2-7BF3-41BC-B45A-D0C2B8A23684}" type="presOf" srcId="{53BB17D7-3B43-4790-8E05-45DDF05C9CC1}" destId="{0FC3FD64-B83E-40CF-BC99-69EF866AE33C}" srcOrd="0" destOrd="0" presId="urn:microsoft.com/office/officeart/2009/3/layout/StepUpProcess"/>
    <dgm:cxn modelId="{94D6E7A8-25ED-4361-AC97-3F3792277C49}" srcId="{C879A5CC-BB34-4CAD-B55F-1F0D8A222995}" destId="{3005041B-22D6-407E-ADE9-F5E3969CA006}" srcOrd="1" destOrd="0" parTransId="{ABA31C88-8750-4938-B2FA-1EF16B829A6E}" sibTransId="{98AD33A1-2000-4ED7-9C0C-C247672A558D}"/>
    <dgm:cxn modelId="{AD95D4A9-D619-4E27-B80D-98C9F8C8F6E3}" srcId="{C879A5CC-BB34-4CAD-B55F-1F0D8A222995}" destId="{98AC32CA-B1A1-467A-837C-A6BCFE9E1C86}" srcOrd="8" destOrd="0" parTransId="{5CFE25C9-311E-40D5-A7C8-093576CAD3E3}" sibTransId="{FB7360B5-8F55-453D-8E4E-A0C7C03631D7}"/>
    <dgm:cxn modelId="{DB7171C3-E6B1-4973-BD54-051388AD4BA6}" srcId="{C879A5CC-BB34-4CAD-B55F-1F0D8A222995}" destId="{D8DDE9C4-E2EF-4041-8028-372688883E1D}" srcOrd="11" destOrd="0" parTransId="{213254A4-2C88-4B2A-9A55-7CA0185927FA}" sibTransId="{45E6BFD4-37F5-4320-99E3-B5A2C2E1C22D}"/>
    <dgm:cxn modelId="{ED5ED4CB-FEDF-45E5-96D3-2F5846635EF2}" type="presOf" srcId="{C75C1007-26BE-48F9-8726-5D349F169C1B}" destId="{BAFB9694-C2E1-4261-8A33-A246E47F5F4B}" srcOrd="0" destOrd="0" presId="urn:microsoft.com/office/officeart/2009/3/layout/StepUpProcess"/>
    <dgm:cxn modelId="{B07D21D2-B266-4DF6-81B0-BD319AD8F871}" type="presOf" srcId="{7525FFB1-3242-4D7F-A4CE-D4224C607AA4}" destId="{2CDD05A5-962E-44D3-9F5D-FFA348FDF79C}" srcOrd="0" destOrd="0" presId="urn:microsoft.com/office/officeart/2009/3/layout/StepUpProcess"/>
    <dgm:cxn modelId="{1CD1FBF8-B5DD-49C8-B52E-612DBAC42158}" srcId="{C879A5CC-BB34-4CAD-B55F-1F0D8A222995}" destId="{7525FFB1-3242-4D7F-A4CE-D4224C607AA4}" srcOrd="0" destOrd="0" parTransId="{8AE9EAA8-A65C-405A-B367-3DF183C1EF8C}" sibTransId="{1299814D-F336-4BB7-B007-D63C4483753F}"/>
    <dgm:cxn modelId="{49405769-808B-45B0-891E-DC00581939B5}" type="presParOf" srcId="{F00944D9-4DD3-47F4-9614-7F6DDEC39B17}" destId="{DE476914-D5DF-449C-9FB5-620A9DE4CAF4}" srcOrd="0" destOrd="0" presId="urn:microsoft.com/office/officeart/2009/3/layout/StepUpProcess"/>
    <dgm:cxn modelId="{598533C1-170C-46F8-8BA8-CB3D2D430FD1}" type="presParOf" srcId="{DE476914-D5DF-449C-9FB5-620A9DE4CAF4}" destId="{D5A62326-B028-487E-B70C-043E205301AC}" srcOrd="0" destOrd="0" presId="urn:microsoft.com/office/officeart/2009/3/layout/StepUpProcess"/>
    <dgm:cxn modelId="{A1F1D3FC-CF1B-4117-A486-F175409CD77F}" type="presParOf" srcId="{DE476914-D5DF-449C-9FB5-620A9DE4CAF4}" destId="{2CDD05A5-962E-44D3-9F5D-FFA348FDF79C}" srcOrd="1" destOrd="0" presId="urn:microsoft.com/office/officeart/2009/3/layout/StepUpProcess"/>
    <dgm:cxn modelId="{48AE4B1D-E5A4-4B50-9A75-05F9D214869D}" type="presParOf" srcId="{DE476914-D5DF-449C-9FB5-620A9DE4CAF4}" destId="{2EF8C7D4-86AB-4A74-8A67-F63C119A0DBA}" srcOrd="2" destOrd="0" presId="urn:microsoft.com/office/officeart/2009/3/layout/StepUpProcess"/>
    <dgm:cxn modelId="{D9E379B3-E8C6-49FB-B314-4196CC6BC825}" type="presParOf" srcId="{F00944D9-4DD3-47F4-9614-7F6DDEC39B17}" destId="{88691B20-51DA-4793-9B92-B3A783C30121}" srcOrd="1" destOrd="0" presId="urn:microsoft.com/office/officeart/2009/3/layout/StepUpProcess"/>
    <dgm:cxn modelId="{E9097CCA-9994-4FF6-A7F6-ABA6BC1EE3C0}" type="presParOf" srcId="{88691B20-51DA-4793-9B92-B3A783C30121}" destId="{7E75AD59-B7F2-4F1C-913E-F80A5A683850}" srcOrd="0" destOrd="0" presId="urn:microsoft.com/office/officeart/2009/3/layout/StepUpProcess"/>
    <dgm:cxn modelId="{EAA72150-0D8A-426D-9C4E-D2A80F24AD13}" type="presParOf" srcId="{F00944D9-4DD3-47F4-9614-7F6DDEC39B17}" destId="{1375C024-C37E-4572-BEFB-CF69530227C4}" srcOrd="2" destOrd="0" presId="urn:microsoft.com/office/officeart/2009/3/layout/StepUpProcess"/>
    <dgm:cxn modelId="{23DF0B90-43CF-4490-A875-D8B48BE77E40}" type="presParOf" srcId="{1375C024-C37E-4572-BEFB-CF69530227C4}" destId="{2CD93BF4-0E69-44D9-AF85-D9A48062E8A8}" srcOrd="0" destOrd="0" presId="urn:microsoft.com/office/officeart/2009/3/layout/StepUpProcess"/>
    <dgm:cxn modelId="{BC564100-9EBE-4F3D-A56A-C534A7215CEC}" type="presParOf" srcId="{1375C024-C37E-4572-BEFB-CF69530227C4}" destId="{6793849F-AD1C-4CEB-9D98-0EBFE23BCFAD}" srcOrd="1" destOrd="0" presId="urn:microsoft.com/office/officeart/2009/3/layout/StepUpProcess"/>
    <dgm:cxn modelId="{0DFCB52F-4904-4378-AE76-BE4445F0716E}" type="presParOf" srcId="{1375C024-C37E-4572-BEFB-CF69530227C4}" destId="{04D7B3AA-0E36-436E-8EA6-E27859974A10}" srcOrd="2" destOrd="0" presId="urn:microsoft.com/office/officeart/2009/3/layout/StepUpProcess"/>
    <dgm:cxn modelId="{E9F68961-72A8-4EE3-A6AB-0AA9B8B119DE}" type="presParOf" srcId="{F00944D9-4DD3-47F4-9614-7F6DDEC39B17}" destId="{362FC25E-E764-4D15-BA67-E0198CDAF6ED}" srcOrd="3" destOrd="0" presId="urn:microsoft.com/office/officeart/2009/3/layout/StepUpProcess"/>
    <dgm:cxn modelId="{22251C57-1B34-4F75-BC51-7A916F7272A6}" type="presParOf" srcId="{362FC25E-E764-4D15-BA67-E0198CDAF6ED}" destId="{45CE665D-67D7-4774-B56A-80930ED0FF76}" srcOrd="0" destOrd="0" presId="urn:microsoft.com/office/officeart/2009/3/layout/StepUpProcess"/>
    <dgm:cxn modelId="{038829B9-B16C-439B-9C1F-1283AC56F16E}" type="presParOf" srcId="{F00944D9-4DD3-47F4-9614-7F6DDEC39B17}" destId="{D0F6A871-3426-4C72-9297-EAB064328FEF}" srcOrd="4" destOrd="0" presId="urn:microsoft.com/office/officeart/2009/3/layout/StepUpProcess"/>
    <dgm:cxn modelId="{34BD5160-654F-4D8A-8485-DD111E9198F6}" type="presParOf" srcId="{D0F6A871-3426-4C72-9297-EAB064328FEF}" destId="{3AC2B345-0BC2-4826-BB3C-F1FA9642F413}" srcOrd="0" destOrd="0" presId="urn:microsoft.com/office/officeart/2009/3/layout/StepUpProcess"/>
    <dgm:cxn modelId="{70A952BE-8D8F-4CD7-9D44-862C9CFFA1A9}" type="presParOf" srcId="{D0F6A871-3426-4C72-9297-EAB064328FEF}" destId="{73A57D8B-5DB2-4C34-84EC-EFB42C80114F}" srcOrd="1" destOrd="0" presId="urn:microsoft.com/office/officeart/2009/3/layout/StepUpProcess"/>
    <dgm:cxn modelId="{5A30044F-D815-4404-92C4-0003738FF847}" type="presParOf" srcId="{D0F6A871-3426-4C72-9297-EAB064328FEF}" destId="{DF2A2465-8E8B-46FD-8807-C0D9B75A773F}" srcOrd="2" destOrd="0" presId="urn:microsoft.com/office/officeart/2009/3/layout/StepUpProcess"/>
    <dgm:cxn modelId="{5F5E247C-3FA4-4256-BCE3-B223CEA2B5B9}" type="presParOf" srcId="{F00944D9-4DD3-47F4-9614-7F6DDEC39B17}" destId="{3782A970-2959-408D-B7EC-C4A54DEFAA94}" srcOrd="5" destOrd="0" presId="urn:microsoft.com/office/officeart/2009/3/layout/StepUpProcess"/>
    <dgm:cxn modelId="{E44A7E7E-C71B-4DF9-851D-ECC66D9700A5}" type="presParOf" srcId="{3782A970-2959-408D-B7EC-C4A54DEFAA94}" destId="{822ECEE1-AAEB-449E-9394-B4FD38B33083}" srcOrd="0" destOrd="0" presId="urn:microsoft.com/office/officeart/2009/3/layout/StepUpProcess"/>
    <dgm:cxn modelId="{78A16655-6757-474C-A2AE-4B17330E5294}" type="presParOf" srcId="{F00944D9-4DD3-47F4-9614-7F6DDEC39B17}" destId="{6F86AD4A-CCC7-4C7E-8602-AC2EB701E7D6}" srcOrd="6" destOrd="0" presId="urn:microsoft.com/office/officeart/2009/3/layout/StepUpProcess"/>
    <dgm:cxn modelId="{74BCB36C-6784-46C6-A72C-2A35084DAD4A}" type="presParOf" srcId="{6F86AD4A-CCC7-4C7E-8602-AC2EB701E7D6}" destId="{D635A8CF-7CCD-4B3C-9533-335AA55B0AE1}" srcOrd="0" destOrd="0" presId="urn:microsoft.com/office/officeart/2009/3/layout/StepUpProcess"/>
    <dgm:cxn modelId="{82850FA8-762C-46E0-9A8F-991EA11629B6}" type="presParOf" srcId="{6F86AD4A-CCC7-4C7E-8602-AC2EB701E7D6}" destId="{0FC3FD64-B83E-40CF-BC99-69EF866AE33C}" srcOrd="1" destOrd="0" presId="urn:microsoft.com/office/officeart/2009/3/layout/StepUpProcess"/>
    <dgm:cxn modelId="{485F8E74-CCE1-4815-B900-F72D8E628455}" type="presParOf" srcId="{6F86AD4A-CCC7-4C7E-8602-AC2EB701E7D6}" destId="{0A432D32-2BC1-465D-825E-2738702FCD8E}" srcOrd="2" destOrd="0" presId="urn:microsoft.com/office/officeart/2009/3/layout/StepUpProcess"/>
    <dgm:cxn modelId="{37CE70DE-40AC-4237-8A2A-EA18BEAD3E3D}" type="presParOf" srcId="{F00944D9-4DD3-47F4-9614-7F6DDEC39B17}" destId="{AF5B9600-53EE-418B-BAD5-CA803C789B4F}" srcOrd="7" destOrd="0" presId="urn:microsoft.com/office/officeart/2009/3/layout/StepUpProcess"/>
    <dgm:cxn modelId="{0DFA660B-1393-495A-8C2D-887DD629E540}" type="presParOf" srcId="{AF5B9600-53EE-418B-BAD5-CA803C789B4F}" destId="{977548CD-AA17-4F1E-9E4A-8DFD16D3D8BF}" srcOrd="0" destOrd="0" presId="urn:microsoft.com/office/officeart/2009/3/layout/StepUpProcess"/>
    <dgm:cxn modelId="{7EF38846-DCED-4797-B3B4-21FE58A79DAD}" type="presParOf" srcId="{F00944D9-4DD3-47F4-9614-7F6DDEC39B17}" destId="{7DF7C093-6660-4687-8F85-C065FB8336C0}" srcOrd="8" destOrd="0" presId="urn:microsoft.com/office/officeart/2009/3/layout/StepUpProcess"/>
    <dgm:cxn modelId="{8990D75B-4D7A-4142-93AE-57C5731C43C3}" type="presParOf" srcId="{7DF7C093-6660-4687-8F85-C065FB8336C0}" destId="{D06E30F8-213B-4516-93DD-0C716D4909BD}" srcOrd="0" destOrd="0" presId="urn:microsoft.com/office/officeart/2009/3/layout/StepUpProcess"/>
    <dgm:cxn modelId="{0389FF2D-69BB-48D0-A722-15FA62BE31A0}" type="presParOf" srcId="{7DF7C093-6660-4687-8F85-C065FB8336C0}" destId="{EFD9523E-4746-4979-8BF8-8E30A0E0B915}" srcOrd="1" destOrd="0" presId="urn:microsoft.com/office/officeart/2009/3/layout/StepUpProcess"/>
    <dgm:cxn modelId="{56D24D30-A1EE-4A98-911C-5599A17A1503}" type="presParOf" srcId="{7DF7C093-6660-4687-8F85-C065FB8336C0}" destId="{86E972F2-0282-48BD-A237-2FC57D48283B}" srcOrd="2" destOrd="0" presId="urn:microsoft.com/office/officeart/2009/3/layout/StepUpProcess"/>
    <dgm:cxn modelId="{F7EF8FCD-F859-4376-AC9D-F0D46C974790}" type="presParOf" srcId="{F00944D9-4DD3-47F4-9614-7F6DDEC39B17}" destId="{34C9F4B1-8CCC-4E4F-A8EC-361842B31B1C}" srcOrd="9" destOrd="0" presId="urn:microsoft.com/office/officeart/2009/3/layout/StepUpProcess"/>
    <dgm:cxn modelId="{C17CD3F1-AF17-49D4-8131-7C9D8641BA3F}" type="presParOf" srcId="{34C9F4B1-8CCC-4E4F-A8EC-361842B31B1C}" destId="{8751205A-E14D-4051-8ED4-93EA1C464D3C}" srcOrd="0" destOrd="0" presId="urn:microsoft.com/office/officeart/2009/3/layout/StepUpProcess"/>
    <dgm:cxn modelId="{64705080-60E4-4309-8ED7-523536A75634}" type="presParOf" srcId="{F00944D9-4DD3-47F4-9614-7F6DDEC39B17}" destId="{8451BB7A-E67D-4B06-B84C-99925511C20D}" srcOrd="10" destOrd="0" presId="urn:microsoft.com/office/officeart/2009/3/layout/StepUpProcess"/>
    <dgm:cxn modelId="{75315D1C-FD70-45E7-B3BF-AFAB4B0A973A}" type="presParOf" srcId="{8451BB7A-E67D-4B06-B84C-99925511C20D}" destId="{8F240FE0-286F-43FB-9354-DB4AE83DA4F2}" srcOrd="0" destOrd="0" presId="urn:microsoft.com/office/officeart/2009/3/layout/StepUpProcess"/>
    <dgm:cxn modelId="{3230B83E-F66E-44B3-9153-72A1A50851EC}" type="presParOf" srcId="{8451BB7A-E67D-4B06-B84C-99925511C20D}" destId="{C20ED00B-E253-4D9D-A210-E9A0F84AC654}" srcOrd="1" destOrd="0" presId="urn:microsoft.com/office/officeart/2009/3/layout/StepUpProcess"/>
    <dgm:cxn modelId="{91371B50-1B20-4F5F-A15B-E9B8B769AD0E}" type="presParOf" srcId="{8451BB7A-E67D-4B06-B84C-99925511C20D}" destId="{82341C83-649D-40DD-B9E0-CFF2F485FB17}" srcOrd="2" destOrd="0" presId="urn:microsoft.com/office/officeart/2009/3/layout/StepUpProcess"/>
    <dgm:cxn modelId="{D1423276-49E9-436C-8C3F-9A2904BAB4E9}" type="presParOf" srcId="{F00944D9-4DD3-47F4-9614-7F6DDEC39B17}" destId="{03B71CF9-078B-45AA-BAA5-B03615DDDEF1}" srcOrd="11" destOrd="0" presId="urn:microsoft.com/office/officeart/2009/3/layout/StepUpProcess"/>
    <dgm:cxn modelId="{769181EB-3973-4A86-AA9D-69937A270E6E}" type="presParOf" srcId="{03B71CF9-078B-45AA-BAA5-B03615DDDEF1}" destId="{95180F3F-3412-4D4E-84B1-EC6B28788A7F}" srcOrd="0" destOrd="0" presId="urn:microsoft.com/office/officeart/2009/3/layout/StepUpProcess"/>
    <dgm:cxn modelId="{BE10A3C3-378C-41AD-AFD7-9595F3AB83CD}" type="presParOf" srcId="{F00944D9-4DD3-47F4-9614-7F6DDEC39B17}" destId="{B92E8A26-FCD6-4DFB-B378-EAEE280B815B}" srcOrd="12" destOrd="0" presId="urn:microsoft.com/office/officeart/2009/3/layout/StepUpProcess"/>
    <dgm:cxn modelId="{DCA22593-1214-4BBA-B986-8955F0BBC839}" type="presParOf" srcId="{B92E8A26-FCD6-4DFB-B378-EAEE280B815B}" destId="{5932BF85-5FC1-4B88-B289-2B7F6DD23F1F}" srcOrd="0" destOrd="0" presId="urn:microsoft.com/office/officeart/2009/3/layout/StepUpProcess"/>
    <dgm:cxn modelId="{6FBCE6FD-228F-410D-B7A8-408D3FAA66EB}" type="presParOf" srcId="{B92E8A26-FCD6-4DFB-B378-EAEE280B815B}" destId="{BAFB9694-C2E1-4261-8A33-A246E47F5F4B}" srcOrd="1" destOrd="0" presId="urn:microsoft.com/office/officeart/2009/3/layout/StepUpProcess"/>
    <dgm:cxn modelId="{C2A1DA2E-8C99-414A-B4BD-15B76797DF82}" type="presParOf" srcId="{B92E8A26-FCD6-4DFB-B378-EAEE280B815B}" destId="{C3BDA560-C3C6-4D33-B5F2-EC76FDAA68CF}" srcOrd="2" destOrd="0" presId="urn:microsoft.com/office/officeart/2009/3/layout/StepUpProcess"/>
    <dgm:cxn modelId="{3C1B32FD-63E7-40E1-B0E8-515E76814D5D}" type="presParOf" srcId="{F00944D9-4DD3-47F4-9614-7F6DDEC39B17}" destId="{A480CE5D-8A2F-4E6C-8771-2A49B4522D90}" srcOrd="13" destOrd="0" presId="urn:microsoft.com/office/officeart/2009/3/layout/StepUpProcess"/>
    <dgm:cxn modelId="{3F9FFDC1-1728-4960-8F64-96E1E28483D6}" type="presParOf" srcId="{A480CE5D-8A2F-4E6C-8771-2A49B4522D90}" destId="{F47D42EB-BEE2-46E6-85CA-55FBCBA7C440}" srcOrd="0" destOrd="0" presId="urn:microsoft.com/office/officeart/2009/3/layout/StepUpProcess"/>
    <dgm:cxn modelId="{8D488CCA-6EC6-4C46-A207-B6133AAB9A1B}" type="presParOf" srcId="{F00944D9-4DD3-47F4-9614-7F6DDEC39B17}" destId="{85817817-E50E-4A58-B706-FED7B65CF848}" srcOrd="14" destOrd="0" presId="urn:microsoft.com/office/officeart/2009/3/layout/StepUpProcess"/>
    <dgm:cxn modelId="{707EA819-A230-4A06-954D-E1B208ED399B}" type="presParOf" srcId="{85817817-E50E-4A58-B706-FED7B65CF848}" destId="{DBDDE612-82EF-4D92-B069-7E52B7863382}" srcOrd="0" destOrd="0" presId="urn:microsoft.com/office/officeart/2009/3/layout/StepUpProcess"/>
    <dgm:cxn modelId="{6E29E645-3998-4926-A38D-79157464817D}" type="presParOf" srcId="{85817817-E50E-4A58-B706-FED7B65CF848}" destId="{D56BE265-6523-4A95-A1C2-953635A75C3A}" srcOrd="1" destOrd="0" presId="urn:microsoft.com/office/officeart/2009/3/layout/StepUpProcess"/>
    <dgm:cxn modelId="{F519F3EE-9978-4975-8EE2-1E145F6C0667}" type="presParOf" srcId="{85817817-E50E-4A58-B706-FED7B65CF848}" destId="{14E02FAC-A7E6-46CD-B071-295D36120743}" srcOrd="2" destOrd="0" presId="urn:microsoft.com/office/officeart/2009/3/layout/StepUpProcess"/>
    <dgm:cxn modelId="{AB4E20F2-82C9-43FB-B4E2-D552C9FB777A}" type="presParOf" srcId="{F00944D9-4DD3-47F4-9614-7F6DDEC39B17}" destId="{FAAEFC2A-5652-4750-A784-EC75015339E1}" srcOrd="15" destOrd="0" presId="urn:microsoft.com/office/officeart/2009/3/layout/StepUpProcess"/>
    <dgm:cxn modelId="{5E3D6493-1BE6-418E-91DE-13EB953A2263}" type="presParOf" srcId="{FAAEFC2A-5652-4750-A784-EC75015339E1}" destId="{DE41D965-6966-436D-AD21-062FFA4C4245}" srcOrd="0" destOrd="0" presId="urn:microsoft.com/office/officeart/2009/3/layout/StepUpProcess"/>
    <dgm:cxn modelId="{C3F33C64-727B-4C8E-8730-32AD93B6B01E}" type="presParOf" srcId="{F00944D9-4DD3-47F4-9614-7F6DDEC39B17}" destId="{78071010-A3EF-4E74-8C2C-3EA015DAB46F}" srcOrd="16" destOrd="0" presId="urn:microsoft.com/office/officeart/2009/3/layout/StepUpProcess"/>
    <dgm:cxn modelId="{B3D28A34-3AE2-44E6-A1A7-28E36786ED85}" type="presParOf" srcId="{78071010-A3EF-4E74-8C2C-3EA015DAB46F}" destId="{CD7B505C-F821-4926-91FC-E645F28CEB22}" srcOrd="0" destOrd="0" presId="urn:microsoft.com/office/officeart/2009/3/layout/StepUpProcess"/>
    <dgm:cxn modelId="{772B59A1-3713-4561-A296-569857D8980D}" type="presParOf" srcId="{78071010-A3EF-4E74-8C2C-3EA015DAB46F}" destId="{DFA5BC27-E115-4A08-B82C-4C28F0F000A7}" srcOrd="1" destOrd="0" presId="urn:microsoft.com/office/officeart/2009/3/layout/StepUpProcess"/>
    <dgm:cxn modelId="{C655A267-6E52-4AD3-95FD-4CEADFEE014F}" type="presParOf" srcId="{78071010-A3EF-4E74-8C2C-3EA015DAB46F}" destId="{3C6E32FC-D5D2-4259-BD0F-4827A1A13D0D}" srcOrd="2" destOrd="0" presId="urn:microsoft.com/office/officeart/2009/3/layout/StepUpProcess"/>
    <dgm:cxn modelId="{1C52A17A-F920-4C2D-85C9-E7A121599EE5}" type="presParOf" srcId="{F00944D9-4DD3-47F4-9614-7F6DDEC39B17}" destId="{104FFA2E-6E18-40BF-BCCD-410D2C02F6F8}" srcOrd="17" destOrd="0" presId="urn:microsoft.com/office/officeart/2009/3/layout/StepUpProcess"/>
    <dgm:cxn modelId="{1F572078-2D28-44A3-A171-1ACFCF1B721A}" type="presParOf" srcId="{104FFA2E-6E18-40BF-BCCD-410D2C02F6F8}" destId="{FE37B07A-3E76-4C54-A05B-0118F51A93AE}" srcOrd="0" destOrd="0" presId="urn:microsoft.com/office/officeart/2009/3/layout/StepUpProcess"/>
    <dgm:cxn modelId="{B56A9217-7763-4A43-9EA0-2482C42A3271}" type="presParOf" srcId="{F00944D9-4DD3-47F4-9614-7F6DDEC39B17}" destId="{611F54CC-BCFC-4B2A-BA16-9E22ADDE74E6}" srcOrd="18" destOrd="0" presId="urn:microsoft.com/office/officeart/2009/3/layout/StepUpProcess"/>
    <dgm:cxn modelId="{0835FA27-B47D-4E3E-80A5-39CA08EC779A}" type="presParOf" srcId="{611F54CC-BCFC-4B2A-BA16-9E22ADDE74E6}" destId="{8C824E21-9FF1-43F5-B4AB-FBBD72AC76AE}" srcOrd="0" destOrd="0" presId="urn:microsoft.com/office/officeart/2009/3/layout/StepUpProcess"/>
    <dgm:cxn modelId="{BDAB44E0-6D10-4474-81AC-024C0AF4CDAD}" type="presParOf" srcId="{611F54CC-BCFC-4B2A-BA16-9E22ADDE74E6}" destId="{883FB80F-6F85-4C5A-9634-99DCF1E25676}" srcOrd="1" destOrd="0" presId="urn:microsoft.com/office/officeart/2009/3/layout/StepUpProcess"/>
    <dgm:cxn modelId="{4D3EDC36-A881-48DA-980B-12A1AF873027}" type="presParOf" srcId="{611F54CC-BCFC-4B2A-BA16-9E22ADDE74E6}" destId="{FB5750EF-7622-442E-882D-2DAF664CC073}" srcOrd="2" destOrd="0" presId="urn:microsoft.com/office/officeart/2009/3/layout/StepUpProcess"/>
    <dgm:cxn modelId="{182E0511-F9CD-4AAD-ABAD-F05DB11ED68D}" type="presParOf" srcId="{F00944D9-4DD3-47F4-9614-7F6DDEC39B17}" destId="{CA93C01C-6C80-4597-9CE6-0D845FA047F9}" srcOrd="19" destOrd="0" presId="urn:microsoft.com/office/officeart/2009/3/layout/StepUpProcess"/>
    <dgm:cxn modelId="{699F8D68-CE0C-48A4-A9E9-1753297B028C}" type="presParOf" srcId="{CA93C01C-6C80-4597-9CE6-0D845FA047F9}" destId="{400B8B15-CE34-48E6-B482-2486E27749CD}" srcOrd="0" destOrd="0" presId="urn:microsoft.com/office/officeart/2009/3/layout/StepUpProcess"/>
    <dgm:cxn modelId="{0D6C3BAE-E0B5-48E8-AA74-DC4261A37012}" type="presParOf" srcId="{F00944D9-4DD3-47F4-9614-7F6DDEC39B17}" destId="{D41EDEFE-7C87-4621-B3C8-F61E607F3835}" srcOrd="20" destOrd="0" presId="urn:microsoft.com/office/officeart/2009/3/layout/StepUpProcess"/>
    <dgm:cxn modelId="{38687A89-0F63-43B7-9128-8D57857906AB}" type="presParOf" srcId="{D41EDEFE-7C87-4621-B3C8-F61E607F3835}" destId="{60A51406-522F-4D80-A0B0-1362406ED124}" srcOrd="0" destOrd="0" presId="urn:microsoft.com/office/officeart/2009/3/layout/StepUpProcess"/>
    <dgm:cxn modelId="{A0445CFF-DEF0-4F1D-BB0B-2B173217DA49}" type="presParOf" srcId="{D41EDEFE-7C87-4621-B3C8-F61E607F3835}" destId="{8CE228EA-A0FC-4BF8-82E4-3043B21AA10C}" srcOrd="1" destOrd="0" presId="urn:microsoft.com/office/officeart/2009/3/layout/StepUpProcess"/>
    <dgm:cxn modelId="{96BA4663-4056-4C8D-883C-F8D2D5394895}" type="presParOf" srcId="{D41EDEFE-7C87-4621-B3C8-F61E607F3835}" destId="{EF3B492C-63AD-436F-929F-E72E36E4BEE6}" srcOrd="2" destOrd="0" presId="urn:microsoft.com/office/officeart/2009/3/layout/StepUpProcess"/>
    <dgm:cxn modelId="{C8D4D7B8-2D24-4B0A-976C-2187A03D7555}" type="presParOf" srcId="{F00944D9-4DD3-47F4-9614-7F6DDEC39B17}" destId="{C88F2CDC-2003-4CF1-98A2-2771620DEAD2}" srcOrd="21" destOrd="0" presId="urn:microsoft.com/office/officeart/2009/3/layout/StepUpProcess"/>
    <dgm:cxn modelId="{3F45670E-A0CB-4DE3-AE6D-7B1110F7DFFF}" type="presParOf" srcId="{C88F2CDC-2003-4CF1-98A2-2771620DEAD2}" destId="{43A7DBD0-82FD-431F-A511-30ADEED68716}" srcOrd="0" destOrd="0" presId="urn:microsoft.com/office/officeart/2009/3/layout/StepUpProcess"/>
    <dgm:cxn modelId="{AAC1493B-DB5E-4483-8CF9-3BAE3929AE8B}" type="presParOf" srcId="{F00944D9-4DD3-47F4-9614-7F6DDEC39B17}" destId="{D8305C91-88E5-4922-9E69-00145F39DE04}" srcOrd="22" destOrd="0" presId="urn:microsoft.com/office/officeart/2009/3/layout/StepUpProcess"/>
    <dgm:cxn modelId="{9E51EEDF-7EFF-4A8C-AACA-079CA0A60832}" type="presParOf" srcId="{D8305C91-88E5-4922-9E69-00145F39DE04}" destId="{EAD82D5F-6F80-47C8-AEFC-17BC204EBA06}" srcOrd="0" destOrd="0" presId="urn:microsoft.com/office/officeart/2009/3/layout/StepUpProcess"/>
    <dgm:cxn modelId="{0C2F7513-A61C-48EC-912D-AFF0862E96C9}" type="presParOf" srcId="{D8305C91-88E5-4922-9E69-00145F39DE04}" destId="{0D9AF634-2F88-4663-A97B-E04708837239}" srcOrd="1" destOrd="0" presId="urn:microsoft.com/office/officeart/2009/3/layout/StepUpProcess"/>
    <dgm:cxn modelId="{D7CD955E-6DB8-4715-B972-0253D03F9669}" type="presParOf" srcId="{D8305C91-88E5-4922-9E69-00145F39DE04}" destId="{1CF533B6-B64B-4845-9BDC-A83DF6E2891F}" srcOrd="2" destOrd="0" presId="urn:microsoft.com/office/officeart/2009/3/layout/StepUpProcess"/>
    <dgm:cxn modelId="{1DD7ECC4-28CE-4243-88F6-1D054A0B020A}" type="presParOf" srcId="{F00944D9-4DD3-47F4-9614-7F6DDEC39B17}" destId="{24237243-B569-4916-82DF-C3B435012A7E}" srcOrd="23" destOrd="0" presId="urn:microsoft.com/office/officeart/2009/3/layout/StepUpProcess"/>
    <dgm:cxn modelId="{6CA88017-460A-4AEB-905A-1595566FB776}" type="presParOf" srcId="{24237243-B569-4916-82DF-C3B435012A7E}" destId="{914D3427-B180-4A88-BE3D-2B1B2EB1F765}" srcOrd="0" destOrd="0" presId="urn:microsoft.com/office/officeart/2009/3/layout/StepUpProcess"/>
    <dgm:cxn modelId="{AF7D0BBC-5BBA-44D3-8105-C7587A4DE610}" type="presParOf" srcId="{F00944D9-4DD3-47F4-9614-7F6DDEC39B17}" destId="{273D019B-5805-4F93-BB0F-9BF03DA7F3D7}" srcOrd="24" destOrd="0" presId="urn:microsoft.com/office/officeart/2009/3/layout/StepUpProcess"/>
    <dgm:cxn modelId="{356EB121-98C7-4E57-84ED-E319AD0EF2BD}" type="presParOf" srcId="{273D019B-5805-4F93-BB0F-9BF03DA7F3D7}" destId="{5F460CE2-7B0D-436E-AC7E-770A3FAC8ED6}" srcOrd="0" destOrd="0" presId="urn:microsoft.com/office/officeart/2009/3/layout/StepUpProcess"/>
    <dgm:cxn modelId="{526C7F9C-BE13-47D8-8015-A7087D6550D3}" type="presParOf" srcId="{273D019B-5805-4F93-BB0F-9BF03DA7F3D7}" destId="{A22DA82A-3AC7-45B3-A35B-BBB4D706A42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40FFF8-103D-4F45-B85F-403984910D7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AF256D-980F-4EAC-BDE3-A1B7BB810149}">
      <dgm:prSet phldrT="[Text]"/>
      <dgm:spPr/>
      <dgm:t>
        <a:bodyPr/>
        <a:lstStyle/>
        <a:p>
          <a:r>
            <a:rPr lang="en-US" dirty="0"/>
            <a:t>2015</a:t>
          </a:r>
        </a:p>
      </dgm:t>
    </dgm:pt>
    <dgm:pt modelId="{748A717C-599F-4C3A-B811-C08F8B1B0759}" type="parTrans" cxnId="{0C3B6F2C-FC7D-432A-9C28-77B4A1C9C28E}">
      <dgm:prSet/>
      <dgm:spPr/>
      <dgm:t>
        <a:bodyPr/>
        <a:lstStyle/>
        <a:p>
          <a:endParaRPr lang="en-US"/>
        </a:p>
      </dgm:t>
    </dgm:pt>
    <dgm:pt modelId="{A0FA65F2-48E1-4C84-8387-4B40ABD643EF}" type="sibTrans" cxnId="{0C3B6F2C-FC7D-432A-9C28-77B4A1C9C28E}">
      <dgm:prSet/>
      <dgm:spPr/>
      <dgm:t>
        <a:bodyPr/>
        <a:lstStyle/>
        <a:p>
          <a:endParaRPr lang="en-US"/>
        </a:p>
      </dgm:t>
    </dgm:pt>
    <dgm:pt modelId="{A3920C65-3F7C-48E9-ACE8-6414D7482E18}">
      <dgm:prSet phldrT="[Text]"/>
      <dgm:spPr/>
      <dgm:t>
        <a:bodyPr/>
        <a:lstStyle/>
        <a:p>
          <a:r>
            <a:rPr lang="en-US" dirty="0"/>
            <a:t>12/2016</a:t>
          </a:r>
        </a:p>
      </dgm:t>
    </dgm:pt>
    <dgm:pt modelId="{0F08BE9B-F890-421A-B90E-90EC86276BFA}" type="parTrans" cxnId="{69986308-9F57-4347-842D-2BFBFAA33A8D}">
      <dgm:prSet/>
      <dgm:spPr/>
      <dgm:t>
        <a:bodyPr/>
        <a:lstStyle/>
        <a:p>
          <a:endParaRPr lang="en-US"/>
        </a:p>
      </dgm:t>
    </dgm:pt>
    <dgm:pt modelId="{A84EAA2E-6FF3-4307-8D22-5FB6E0659300}" type="sibTrans" cxnId="{69986308-9F57-4347-842D-2BFBFAA33A8D}">
      <dgm:prSet/>
      <dgm:spPr/>
      <dgm:t>
        <a:bodyPr/>
        <a:lstStyle/>
        <a:p>
          <a:endParaRPr lang="en-US"/>
        </a:p>
      </dgm:t>
    </dgm:pt>
    <dgm:pt modelId="{1F8667CE-1C44-4E08-9A2B-FF616C613456}">
      <dgm:prSet phldrT="[Text]"/>
      <dgm:spPr/>
      <dgm:t>
        <a:bodyPr/>
        <a:lstStyle/>
        <a:p>
          <a:r>
            <a:rPr lang="en-US" dirty="0"/>
            <a:t>2017</a:t>
          </a:r>
        </a:p>
      </dgm:t>
    </dgm:pt>
    <dgm:pt modelId="{EACB439E-3988-4013-BCE0-44C4BC1A809E}" type="parTrans" cxnId="{0EAD68A0-D989-4A37-96EB-6EE2F661AA46}">
      <dgm:prSet/>
      <dgm:spPr/>
      <dgm:t>
        <a:bodyPr/>
        <a:lstStyle/>
        <a:p>
          <a:endParaRPr lang="en-US"/>
        </a:p>
      </dgm:t>
    </dgm:pt>
    <dgm:pt modelId="{8A1EDCB2-7721-4B0B-9ECE-0E0736CDE7BE}" type="sibTrans" cxnId="{0EAD68A0-D989-4A37-96EB-6EE2F661AA46}">
      <dgm:prSet/>
      <dgm:spPr/>
      <dgm:t>
        <a:bodyPr/>
        <a:lstStyle/>
        <a:p>
          <a:endParaRPr lang="en-US"/>
        </a:p>
      </dgm:t>
    </dgm:pt>
    <dgm:pt modelId="{EADE0D2D-1205-40C5-86CE-1D93146D1A90}">
      <dgm:prSet phldrT="[Text]"/>
      <dgm:spPr/>
      <dgm:t>
        <a:bodyPr/>
        <a:lstStyle/>
        <a:p>
          <a:r>
            <a:rPr lang="en-US" dirty="0"/>
            <a:t>2017</a:t>
          </a:r>
        </a:p>
      </dgm:t>
    </dgm:pt>
    <dgm:pt modelId="{1313A02D-916B-4376-9187-E1513360A3B7}" type="parTrans" cxnId="{58354AFC-FF9F-4168-953F-3495D229016B}">
      <dgm:prSet/>
      <dgm:spPr/>
      <dgm:t>
        <a:bodyPr/>
        <a:lstStyle/>
        <a:p>
          <a:endParaRPr lang="en-US"/>
        </a:p>
      </dgm:t>
    </dgm:pt>
    <dgm:pt modelId="{FE89EA1D-5BF4-4389-891E-1C4333E940F1}" type="sibTrans" cxnId="{58354AFC-FF9F-4168-953F-3495D229016B}">
      <dgm:prSet/>
      <dgm:spPr/>
      <dgm:t>
        <a:bodyPr/>
        <a:lstStyle/>
        <a:p>
          <a:endParaRPr lang="en-US"/>
        </a:p>
      </dgm:t>
    </dgm:pt>
    <dgm:pt modelId="{329A6205-D92F-4A22-8653-055AF4549D01}">
      <dgm:prSet/>
      <dgm:spPr/>
      <dgm:t>
        <a:bodyPr/>
        <a:lstStyle/>
        <a:p>
          <a:r>
            <a:rPr lang="en-US" dirty="0"/>
            <a:t>C# 6: Static imports, prop initializers, null propagator, string interpolation, </a:t>
          </a:r>
          <a:r>
            <a:rPr lang="en-US" dirty="0" err="1"/>
            <a:t>nameof</a:t>
          </a:r>
          <a:endParaRPr lang="en-US" dirty="0"/>
        </a:p>
      </dgm:t>
    </dgm:pt>
    <dgm:pt modelId="{BEC259D7-C0D1-4807-BF6D-B18A5084B23F}" type="parTrans" cxnId="{A58080E9-33CB-4C07-920E-0A056786FE89}">
      <dgm:prSet/>
      <dgm:spPr/>
      <dgm:t>
        <a:bodyPr/>
        <a:lstStyle/>
        <a:p>
          <a:endParaRPr lang="en-US"/>
        </a:p>
      </dgm:t>
    </dgm:pt>
    <dgm:pt modelId="{26A8870A-A98F-4E04-8A52-D7615622D8D3}" type="sibTrans" cxnId="{A58080E9-33CB-4C07-920E-0A056786FE89}">
      <dgm:prSet/>
      <dgm:spPr/>
      <dgm:t>
        <a:bodyPr/>
        <a:lstStyle/>
        <a:p>
          <a:endParaRPr lang="en-US"/>
        </a:p>
      </dgm:t>
    </dgm:pt>
    <dgm:pt modelId="{95B1ADF6-2F93-4BE7-9AC4-D1E9AB468A86}">
      <dgm:prSet phldrT="[Text]"/>
      <dgm:spPr/>
      <dgm:t>
        <a:bodyPr/>
        <a:lstStyle/>
        <a:p>
          <a:r>
            <a:rPr lang="en-US" dirty="0"/>
            <a:t>C# 7.0: Out variables, tuples, pattern matching, local functions, ref locals and returns</a:t>
          </a:r>
        </a:p>
      </dgm:t>
    </dgm:pt>
    <dgm:pt modelId="{8E7CC16E-DEE7-448C-9AE8-94347153FD45}" type="parTrans" cxnId="{D979ED70-DEDD-4FF2-A9F4-B36066266231}">
      <dgm:prSet/>
      <dgm:spPr/>
      <dgm:t>
        <a:bodyPr/>
        <a:lstStyle/>
        <a:p>
          <a:endParaRPr lang="en-US"/>
        </a:p>
      </dgm:t>
    </dgm:pt>
    <dgm:pt modelId="{8B39424F-A08A-4296-B69A-35544451D833}" type="sibTrans" cxnId="{D979ED70-DEDD-4FF2-A9F4-B36066266231}">
      <dgm:prSet/>
      <dgm:spPr/>
      <dgm:t>
        <a:bodyPr/>
        <a:lstStyle/>
        <a:p>
          <a:endParaRPr lang="en-US"/>
        </a:p>
      </dgm:t>
    </dgm:pt>
    <dgm:pt modelId="{95694C06-2B2B-4047-8F05-8E36FD842531}">
      <dgm:prSet phldrT="[Text]"/>
      <dgm:spPr/>
      <dgm:t>
        <a:bodyPr/>
        <a:lstStyle/>
        <a:p>
          <a:r>
            <a:rPr lang="en-US" dirty="0"/>
            <a:t>C# 7.1: Async main, default literal, inferred tuple names, reference assembly gen </a:t>
          </a:r>
        </a:p>
      </dgm:t>
    </dgm:pt>
    <dgm:pt modelId="{94B991CB-22F8-4502-8602-4106C506106C}" type="parTrans" cxnId="{4CB8A257-4370-4096-875D-308C3EB6A12E}">
      <dgm:prSet/>
      <dgm:spPr/>
      <dgm:t>
        <a:bodyPr/>
        <a:lstStyle/>
        <a:p>
          <a:endParaRPr lang="en-US"/>
        </a:p>
      </dgm:t>
    </dgm:pt>
    <dgm:pt modelId="{9F3061E0-B093-4D7C-9680-103D4FEDC06A}" type="sibTrans" cxnId="{4CB8A257-4370-4096-875D-308C3EB6A12E}">
      <dgm:prSet/>
      <dgm:spPr/>
      <dgm:t>
        <a:bodyPr/>
        <a:lstStyle/>
        <a:p>
          <a:endParaRPr lang="en-US"/>
        </a:p>
      </dgm:t>
    </dgm:pt>
    <dgm:pt modelId="{CED0AB39-B94A-4134-95E2-43EA72704BE0}">
      <dgm:prSet/>
      <dgm:spPr/>
      <dgm:t>
        <a:bodyPr/>
        <a:lstStyle/>
        <a:p>
          <a:r>
            <a:rPr lang="en-US" dirty="0"/>
            <a:t>C# 7.2: ref semantics with value types, non-trailing named </a:t>
          </a:r>
          <a:r>
            <a:rPr lang="en-US" dirty="0" err="1"/>
            <a:t>args</a:t>
          </a:r>
          <a:r>
            <a:rPr lang="en-US" dirty="0"/>
            <a:t>, numeric literals, private protected</a:t>
          </a:r>
        </a:p>
      </dgm:t>
    </dgm:pt>
    <dgm:pt modelId="{80922B93-8062-40AC-9F4A-4357962A9003}" type="parTrans" cxnId="{6C1D7293-C30D-4549-AED5-F126A7367255}">
      <dgm:prSet/>
      <dgm:spPr/>
      <dgm:t>
        <a:bodyPr/>
        <a:lstStyle/>
        <a:p>
          <a:endParaRPr lang="en-US"/>
        </a:p>
      </dgm:t>
    </dgm:pt>
    <dgm:pt modelId="{CD781B07-49E8-4330-97C4-09871056819B}" type="sibTrans" cxnId="{6C1D7293-C30D-4549-AED5-F126A7367255}">
      <dgm:prSet/>
      <dgm:spPr/>
      <dgm:t>
        <a:bodyPr/>
        <a:lstStyle/>
        <a:p>
          <a:endParaRPr lang="en-US"/>
        </a:p>
      </dgm:t>
    </dgm:pt>
    <dgm:pt modelId="{B47500D1-5B49-4126-B455-56CCD138B848}">
      <dgm:prSet/>
      <dgm:spPr/>
      <dgm:t>
        <a:bodyPr/>
        <a:lstStyle/>
        <a:p>
          <a:r>
            <a:rPr lang="en-US" dirty="0"/>
            <a:t>2018</a:t>
          </a:r>
        </a:p>
      </dgm:t>
    </dgm:pt>
    <dgm:pt modelId="{C5DE88A8-C60D-420C-905B-41651199C91F}" type="parTrans" cxnId="{A668D791-A2D6-4B06-8907-3A70C10838FB}">
      <dgm:prSet/>
      <dgm:spPr/>
      <dgm:t>
        <a:bodyPr/>
        <a:lstStyle/>
        <a:p>
          <a:endParaRPr lang="en-US"/>
        </a:p>
      </dgm:t>
    </dgm:pt>
    <dgm:pt modelId="{A27A2701-9CE2-4389-80C4-E49B6E04766C}" type="sibTrans" cxnId="{A668D791-A2D6-4B06-8907-3A70C10838FB}">
      <dgm:prSet/>
      <dgm:spPr/>
      <dgm:t>
        <a:bodyPr/>
        <a:lstStyle/>
        <a:p>
          <a:endParaRPr lang="en-US"/>
        </a:p>
      </dgm:t>
    </dgm:pt>
    <dgm:pt modelId="{102E85FA-D04E-4BDA-887C-3D56475E09E1}">
      <dgm:prSet/>
      <dgm:spPr/>
      <dgm:t>
        <a:bodyPr/>
        <a:lstStyle/>
        <a:p>
          <a:r>
            <a:rPr lang="en-US" dirty="0"/>
            <a:t>C# 7.3: tuple equality, constraints, expression variables, custom fixed, ref reassignment</a:t>
          </a:r>
        </a:p>
      </dgm:t>
    </dgm:pt>
    <dgm:pt modelId="{08F56AA9-C2B3-4496-85B8-FA3300E74BDC}" type="parTrans" cxnId="{FC76F2F1-CA52-44D4-B384-031166CA0F34}">
      <dgm:prSet/>
      <dgm:spPr/>
      <dgm:t>
        <a:bodyPr/>
        <a:lstStyle/>
        <a:p>
          <a:endParaRPr lang="en-US"/>
        </a:p>
      </dgm:t>
    </dgm:pt>
    <dgm:pt modelId="{2F592831-AE29-4A77-9FD5-7CE370E1A35A}" type="sibTrans" cxnId="{FC76F2F1-CA52-44D4-B384-031166CA0F34}">
      <dgm:prSet/>
      <dgm:spPr/>
      <dgm:t>
        <a:bodyPr/>
        <a:lstStyle/>
        <a:p>
          <a:endParaRPr lang="en-US"/>
        </a:p>
      </dgm:t>
    </dgm:pt>
    <dgm:pt modelId="{71AF9175-FF10-463C-90BF-160738CB8053}">
      <dgm:prSet/>
      <dgm:spPr/>
      <dgm:t>
        <a:bodyPr/>
        <a:lstStyle/>
        <a:p>
          <a:r>
            <a:rPr lang="en-US" dirty="0"/>
            <a:t>2019</a:t>
          </a:r>
        </a:p>
      </dgm:t>
    </dgm:pt>
    <dgm:pt modelId="{41945A9C-F0C1-43EC-A454-A1338F3F612A}" type="parTrans" cxnId="{58921841-8F34-4B3B-BA0C-31BDFB36F7FD}">
      <dgm:prSet/>
      <dgm:spPr/>
      <dgm:t>
        <a:bodyPr/>
        <a:lstStyle/>
        <a:p>
          <a:endParaRPr lang="en-US"/>
        </a:p>
      </dgm:t>
    </dgm:pt>
    <dgm:pt modelId="{D930CE95-8156-4B14-8F56-4D9F687EFC88}" type="sibTrans" cxnId="{58921841-8F34-4B3B-BA0C-31BDFB36F7FD}">
      <dgm:prSet/>
      <dgm:spPr/>
      <dgm:t>
        <a:bodyPr/>
        <a:lstStyle/>
        <a:p>
          <a:endParaRPr lang="en-US"/>
        </a:p>
      </dgm:t>
    </dgm:pt>
    <dgm:pt modelId="{D34FD5CB-1957-447E-87B6-E885DA5BF0D4}">
      <dgm:prSet/>
      <dgm:spPr/>
      <dgm:t>
        <a:bodyPr/>
        <a:lstStyle/>
        <a:p>
          <a:r>
            <a:rPr lang="en-US" dirty="0"/>
            <a:t>C# 8.0: Default interface, nullable reference types, async streams, generic attributes, ranges</a:t>
          </a:r>
        </a:p>
      </dgm:t>
    </dgm:pt>
    <dgm:pt modelId="{21D4FE57-93B5-463D-8B21-4B4813434E67}" type="parTrans" cxnId="{4D67024C-084B-48A9-86A2-23EA20185E4B}">
      <dgm:prSet/>
      <dgm:spPr/>
      <dgm:t>
        <a:bodyPr/>
        <a:lstStyle/>
        <a:p>
          <a:endParaRPr lang="en-US"/>
        </a:p>
      </dgm:t>
    </dgm:pt>
    <dgm:pt modelId="{201C0AA2-4EAE-4179-953C-1B27BB19313A}" type="sibTrans" cxnId="{4D67024C-084B-48A9-86A2-23EA20185E4B}">
      <dgm:prSet/>
      <dgm:spPr/>
      <dgm:t>
        <a:bodyPr/>
        <a:lstStyle/>
        <a:p>
          <a:endParaRPr lang="en-US"/>
        </a:p>
      </dgm:t>
    </dgm:pt>
    <dgm:pt modelId="{C0F71877-8D45-45C6-ADEB-A07688B38294}" type="pres">
      <dgm:prSet presAssocID="{EE40FFF8-103D-4F45-B85F-403984910D7F}" presName="linearFlow" presStyleCnt="0">
        <dgm:presLayoutVars>
          <dgm:dir/>
          <dgm:animLvl val="lvl"/>
          <dgm:resizeHandles val="exact"/>
        </dgm:presLayoutVars>
      </dgm:prSet>
      <dgm:spPr/>
    </dgm:pt>
    <dgm:pt modelId="{33F818AB-FF01-4241-9AE4-10038E362029}" type="pres">
      <dgm:prSet presAssocID="{55AF256D-980F-4EAC-BDE3-A1B7BB810149}" presName="composite" presStyleCnt="0"/>
      <dgm:spPr/>
    </dgm:pt>
    <dgm:pt modelId="{FF38E5F5-B2ED-46F9-98AC-B8A051288B43}" type="pres">
      <dgm:prSet presAssocID="{55AF256D-980F-4EAC-BDE3-A1B7BB810149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99404815-EBB5-40EA-B4FB-18C60F71A14A}" type="pres">
      <dgm:prSet presAssocID="{55AF256D-980F-4EAC-BDE3-A1B7BB810149}" presName="descendantText" presStyleLbl="alignAcc1" presStyleIdx="0" presStyleCnt="6" custLinFactNeighborX="0" custLinFactNeighborY="-262">
        <dgm:presLayoutVars>
          <dgm:bulletEnabled val="1"/>
        </dgm:presLayoutVars>
      </dgm:prSet>
      <dgm:spPr/>
    </dgm:pt>
    <dgm:pt modelId="{37EC7346-47C0-4615-841A-9E4F49B20616}" type="pres">
      <dgm:prSet presAssocID="{A0FA65F2-48E1-4C84-8387-4B40ABD643EF}" presName="sp" presStyleCnt="0"/>
      <dgm:spPr/>
    </dgm:pt>
    <dgm:pt modelId="{0C70E8EB-3FEE-4D47-8F76-EDE17DF38429}" type="pres">
      <dgm:prSet presAssocID="{A3920C65-3F7C-48E9-ACE8-6414D7482E18}" presName="composite" presStyleCnt="0"/>
      <dgm:spPr/>
    </dgm:pt>
    <dgm:pt modelId="{BBC3BD6A-454F-4CAA-A5C0-8F47CE19C2CC}" type="pres">
      <dgm:prSet presAssocID="{A3920C65-3F7C-48E9-ACE8-6414D7482E18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DC734305-151B-44F7-8A31-4DF6B9EFACF5}" type="pres">
      <dgm:prSet presAssocID="{A3920C65-3F7C-48E9-ACE8-6414D7482E18}" presName="descendantText" presStyleLbl="alignAcc1" presStyleIdx="1" presStyleCnt="6">
        <dgm:presLayoutVars>
          <dgm:bulletEnabled val="1"/>
        </dgm:presLayoutVars>
      </dgm:prSet>
      <dgm:spPr/>
    </dgm:pt>
    <dgm:pt modelId="{9C7EE37F-721D-46BD-AB76-FC0B9FABD973}" type="pres">
      <dgm:prSet presAssocID="{A84EAA2E-6FF3-4307-8D22-5FB6E0659300}" presName="sp" presStyleCnt="0"/>
      <dgm:spPr/>
    </dgm:pt>
    <dgm:pt modelId="{8E7DEC69-0FE4-4393-A9FB-1A90492B3392}" type="pres">
      <dgm:prSet presAssocID="{1F8667CE-1C44-4E08-9A2B-FF616C613456}" presName="composite" presStyleCnt="0"/>
      <dgm:spPr/>
    </dgm:pt>
    <dgm:pt modelId="{C8AD4FE8-2A6D-4A55-9C0A-17A337DE34C6}" type="pres">
      <dgm:prSet presAssocID="{1F8667CE-1C44-4E08-9A2B-FF616C613456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114B75A6-06AB-4193-B4F9-C42AEDF360ED}" type="pres">
      <dgm:prSet presAssocID="{1F8667CE-1C44-4E08-9A2B-FF616C613456}" presName="descendantText" presStyleLbl="alignAcc1" presStyleIdx="2" presStyleCnt="6">
        <dgm:presLayoutVars>
          <dgm:bulletEnabled val="1"/>
        </dgm:presLayoutVars>
      </dgm:prSet>
      <dgm:spPr/>
    </dgm:pt>
    <dgm:pt modelId="{BA64D39E-95CC-4CC6-92C0-C7057B7FC9A2}" type="pres">
      <dgm:prSet presAssocID="{8A1EDCB2-7721-4B0B-9ECE-0E0736CDE7BE}" presName="sp" presStyleCnt="0"/>
      <dgm:spPr/>
    </dgm:pt>
    <dgm:pt modelId="{C2AF1167-D808-4C64-A7B4-5854C36E41E2}" type="pres">
      <dgm:prSet presAssocID="{EADE0D2D-1205-40C5-86CE-1D93146D1A90}" presName="composite" presStyleCnt="0"/>
      <dgm:spPr/>
    </dgm:pt>
    <dgm:pt modelId="{540CB1EA-7FE9-4D73-A499-E9A4351FFD87}" type="pres">
      <dgm:prSet presAssocID="{EADE0D2D-1205-40C5-86CE-1D93146D1A90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DAD2E2F8-54E6-4FAE-A9BD-86AF88168CB8}" type="pres">
      <dgm:prSet presAssocID="{EADE0D2D-1205-40C5-86CE-1D93146D1A90}" presName="descendantText" presStyleLbl="alignAcc1" presStyleIdx="3" presStyleCnt="6" custLinFactNeighborX="0">
        <dgm:presLayoutVars>
          <dgm:bulletEnabled val="1"/>
        </dgm:presLayoutVars>
      </dgm:prSet>
      <dgm:spPr/>
    </dgm:pt>
    <dgm:pt modelId="{CDF82A39-6021-4BD2-9ED3-E7C6AEA9FF48}" type="pres">
      <dgm:prSet presAssocID="{FE89EA1D-5BF4-4389-891E-1C4333E940F1}" presName="sp" presStyleCnt="0"/>
      <dgm:spPr/>
    </dgm:pt>
    <dgm:pt modelId="{3FA9C391-46D7-4287-ADAF-6E35FC99B55B}" type="pres">
      <dgm:prSet presAssocID="{B47500D1-5B49-4126-B455-56CCD138B848}" presName="composite" presStyleCnt="0"/>
      <dgm:spPr/>
    </dgm:pt>
    <dgm:pt modelId="{D41454D4-4961-431C-B22B-7AB7FE1D249D}" type="pres">
      <dgm:prSet presAssocID="{B47500D1-5B49-4126-B455-56CCD138B848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5B5CBB7B-6A68-4E47-AC87-41C4E45B2858}" type="pres">
      <dgm:prSet presAssocID="{B47500D1-5B49-4126-B455-56CCD138B848}" presName="descendantText" presStyleLbl="alignAcc1" presStyleIdx="4" presStyleCnt="6">
        <dgm:presLayoutVars>
          <dgm:bulletEnabled val="1"/>
        </dgm:presLayoutVars>
      </dgm:prSet>
      <dgm:spPr/>
    </dgm:pt>
    <dgm:pt modelId="{9A8A52C1-9D31-4FE2-A9C6-4BE4C6168031}" type="pres">
      <dgm:prSet presAssocID="{A27A2701-9CE2-4389-80C4-E49B6E04766C}" presName="sp" presStyleCnt="0"/>
      <dgm:spPr/>
    </dgm:pt>
    <dgm:pt modelId="{4B8570E1-54A6-4248-8442-42B1BF97EC8F}" type="pres">
      <dgm:prSet presAssocID="{71AF9175-FF10-463C-90BF-160738CB8053}" presName="composite" presStyleCnt="0"/>
      <dgm:spPr/>
    </dgm:pt>
    <dgm:pt modelId="{354176EC-ED3B-463B-B05C-5230CB8570B4}" type="pres">
      <dgm:prSet presAssocID="{71AF9175-FF10-463C-90BF-160738CB8053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2CD56B81-FC6C-4F80-8FA5-11A248BC734D}" type="pres">
      <dgm:prSet presAssocID="{71AF9175-FF10-463C-90BF-160738CB8053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69986308-9F57-4347-842D-2BFBFAA33A8D}" srcId="{EE40FFF8-103D-4F45-B85F-403984910D7F}" destId="{A3920C65-3F7C-48E9-ACE8-6414D7482E18}" srcOrd="1" destOrd="0" parTransId="{0F08BE9B-F890-421A-B90E-90EC86276BFA}" sibTransId="{A84EAA2E-6FF3-4307-8D22-5FB6E0659300}"/>
    <dgm:cxn modelId="{52515B11-D3A5-4324-BA4B-D14A1D0B5992}" type="presOf" srcId="{D34FD5CB-1957-447E-87B6-E885DA5BF0D4}" destId="{2CD56B81-FC6C-4F80-8FA5-11A248BC734D}" srcOrd="0" destOrd="0" presId="urn:microsoft.com/office/officeart/2005/8/layout/chevron2"/>
    <dgm:cxn modelId="{9C44351A-EAC8-4F14-8B59-4465E6F4228A}" type="presOf" srcId="{95694C06-2B2B-4047-8F05-8E36FD842531}" destId="{114B75A6-06AB-4193-B4F9-C42AEDF360ED}" srcOrd="0" destOrd="0" presId="urn:microsoft.com/office/officeart/2005/8/layout/chevron2"/>
    <dgm:cxn modelId="{A2197320-8BDC-43B3-A5A5-C6CA1E88DF43}" type="presOf" srcId="{102E85FA-D04E-4BDA-887C-3D56475E09E1}" destId="{5B5CBB7B-6A68-4E47-AC87-41C4E45B2858}" srcOrd="0" destOrd="0" presId="urn:microsoft.com/office/officeart/2005/8/layout/chevron2"/>
    <dgm:cxn modelId="{0C3B6F2C-FC7D-432A-9C28-77B4A1C9C28E}" srcId="{EE40FFF8-103D-4F45-B85F-403984910D7F}" destId="{55AF256D-980F-4EAC-BDE3-A1B7BB810149}" srcOrd="0" destOrd="0" parTransId="{748A717C-599F-4C3A-B811-C08F8B1B0759}" sibTransId="{A0FA65F2-48E1-4C84-8387-4B40ABD643EF}"/>
    <dgm:cxn modelId="{06EF365C-2188-448C-B630-9BC4B2FABD60}" type="presOf" srcId="{95B1ADF6-2F93-4BE7-9AC4-D1E9AB468A86}" destId="{DC734305-151B-44F7-8A31-4DF6B9EFACF5}" srcOrd="0" destOrd="0" presId="urn:microsoft.com/office/officeart/2005/8/layout/chevron2"/>
    <dgm:cxn modelId="{58921841-8F34-4B3B-BA0C-31BDFB36F7FD}" srcId="{EE40FFF8-103D-4F45-B85F-403984910D7F}" destId="{71AF9175-FF10-463C-90BF-160738CB8053}" srcOrd="5" destOrd="0" parTransId="{41945A9C-F0C1-43EC-A454-A1338F3F612A}" sibTransId="{D930CE95-8156-4B14-8F56-4D9F687EFC88}"/>
    <dgm:cxn modelId="{0103D843-07BC-46D7-B5CF-881EB1990E31}" type="presOf" srcId="{55AF256D-980F-4EAC-BDE3-A1B7BB810149}" destId="{FF38E5F5-B2ED-46F9-98AC-B8A051288B43}" srcOrd="0" destOrd="0" presId="urn:microsoft.com/office/officeart/2005/8/layout/chevron2"/>
    <dgm:cxn modelId="{CA4B6245-238B-471C-ABD7-7E71AA72F6D9}" type="presOf" srcId="{B47500D1-5B49-4126-B455-56CCD138B848}" destId="{D41454D4-4961-431C-B22B-7AB7FE1D249D}" srcOrd="0" destOrd="0" presId="urn:microsoft.com/office/officeart/2005/8/layout/chevron2"/>
    <dgm:cxn modelId="{4D67024C-084B-48A9-86A2-23EA20185E4B}" srcId="{71AF9175-FF10-463C-90BF-160738CB8053}" destId="{D34FD5CB-1957-447E-87B6-E885DA5BF0D4}" srcOrd="0" destOrd="0" parTransId="{21D4FE57-93B5-463D-8B21-4B4813434E67}" sibTransId="{201C0AA2-4EAE-4179-953C-1B27BB19313A}"/>
    <dgm:cxn modelId="{D979ED70-DEDD-4FF2-A9F4-B36066266231}" srcId="{A3920C65-3F7C-48E9-ACE8-6414D7482E18}" destId="{95B1ADF6-2F93-4BE7-9AC4-D1E9AB468A86}" srcOrd="0" destOrd="0" parTransId="{8E7CC16E-DEE7-448C-9AE8-94347153FD45}" sibTransId="{8B39424F-A08A-4296-B69A-35544451D833}"/>
    <dgm:cxn modelId="{4CB8A257-4370-4096-875D-308C3EB6A12E}" srcId="{1F8667CE-1C44-4E08-9A2B-FF616C613456}" destId="{95694C06-2B2B-4047-8F05-8E36FD842531}" srcOrd="0" destOrd="0" parTransId="{94B991CB-22F8-4502-8602-4106C506106C}" sibTransId="{9F3061E0-B093-4D7C-9680-103D4FEDC06A}"/>
    <dgm:cxn modelId="{A668D791-A2D6-4B06-8907-3A70C10838FB}" srcId="{EE40FFF8-103D-4F45-B85F-403984910D7F}" destId="{B47500D1-5B49-4126-B455-56CCD138B848}" srcOrd="4" destOrd="0" parTransId="{C5DE88A8-C60D-420C-905B-41651199C91F}" sibTransId="{A27A2701-9CE2-4389-80C4-E49B6E04766C}"/>
    <dgm:cxn modelId="{6C1D7293-C30D-4549-AED5-F126A7367255}" srcId="{EADE0D2D-1205-40C5-86CE-1D93146D1A90}" destId="{CED0AB39-B94A-4134-95E2-43EA72704BE0}" srcOrd="0" destOrd="0" parTransId="{80922B93-8062-40AC-9F4A-4357962A9003}" sibTransId="{CD781B07-49E8-4330-97C4-09871056819B}"/>
    <dgm:cxn modelId="{CA01A593-1FA6-4083-B431-989E97B542B1}" type="presOf" srcId="{A3920C65-3F7C-48E9-ACE8-6414D7482E18}" destId="{BBC3BD6A-454F-4CAA-A5C0-8F47CE19C2CC}" srcOrd="0" destOrd="0" presId="urn:microsoft.com/office/officeart/2005/8/layout/chevron2"/>
    <dgm:cxn modelId="{C5D00D98-08C9-4C03-B220-C7604742A233}" type="presOf" srcId="{71AF9175-FF10-463C-90BF-160738CB8053}" destId="{354176EC-ED3B-463B-B05C-5230CB8570B4}" srcOrd="0" destOrd="0" presId="urn:microsoft.com/office/officeart/2005/8/layout/chevron2"/>
    <dgm:cxn modelId="{0EAD68A0-D989-4A37-96EB-6EE2F661AA46}" srcId="{EE40FFF8-103D-4F45-B85F-403984910D7F}" destId="{1F8667CE-1C44-4E08-9A2B-FF616C613456}" srcOrd="2" destOrd="0" parTransId="{EACB439E-3988-4013-BCE0-44C4BC1A809E}" sibTransId="{8A1EDCB2-7721-4B0B-9ECE-0E0736CDE7BE}"/>
    <dgm:cxn modelId="{3FEC02A6-3B33-4CA3-A1B8-B28E86AA8748}" type="presOf" srcId="{EE40FFF8-103D-4F45-B85F-403984910D7F}" destId="{C0F71877-8D45-45C6-ADEB-A07688B38294}" srcOrd="0" destOrd="0" presId="urn:microsoft.com/office/officeart/2005/8/layout/chevron2"/>
    <dgm:cxn modelId="{F95291AB-9FCB-45A0-9370-1BE1E020A44C}" type="presOf" srcId="{CED0AB39-B94A-4134-95E2-43EA72704BE0}" destId="{DAD2E2F8-54E6-4FAE-A9BD-86AF88168CB8}" srcOrd="0" destOrd="0" presId="urn:microsoft.com/office/officeart/2005/8/layout/chevron2"/>
    <dgm:cxn modelId="{946299B6-2978-4AD5-9265-3EC1C4717D78}" type="presOf" srcId="{1F8667CE-1C44-4E08-9A2B-FF616C613456}" destId="{C8AD4FE8-2A6D-4A55-9C0A-17A337DE34C6}" srcOrd="0" destOrd="0" presId="urn:microsoft.com/office/officeart/2005/8/layout/chevron2"/>
    <dgm:cxn modelId="{6B6AEED6-C8AB-41D1-9284-C186433F0B1E}" type="presOf" srcId="{EADE0D2D-1205-40C5-86CE-1D93146D1A90}" destId="{540CB1EA-7FE9-4D73-A499-E9A4351FFD87}" srcOrd="0" destOrd="0" presId="urn:microsoft.com/office/officeart/2005/8/layout/chevron2"/>
    <dgm:cxn modelId="{DCD357E6-3B99-4AC3-A81E-1D8E5B28EA4A}" type="presOf" srcId="{329A6205-D92F-4A22-8653-055AF4549D01}" destId="{99404815-EBB5-40EA-B4FB-18C60F71A14A}" srcOrd="0" destOrd="0" presId="urn:microsoft.com/office/officeart/2005/8/layout/chevron2"/>
    <dgm:cxn modelId="{A58080E9-33CB-4C07-920E-0A056786FE89}" srcId="{55AF256D-980F-4EAC-BDE3-A1B7BB810149}" destId="{329A6205-D92F-4A22-8653-055AF4549D01}" srcOrd="0" destOrd="0" parTransId="{BEC259D7-C0D1-4807-BF6D-B18A5084B23F}" sibTransId="{26A8870A-A98F-4E04-8A52-D7615622D8D3}"/>
    <dgm:cxn modelId="{FC76F2F1-CA52-44D4-B384-031166CA0F34}" srcId="{B47500D1-5B49-4126-B455-56CCD138B848}" destId="{102E85FA-D04E-4BDA-887C-3D56475E09E1}" srcOrd="0" destOrd="0" parTransId="{08F56AA9-C2B3-4496-85B8-FA3300E74BDC}" sibTransId="{2F592831-AE29-4A77-9FD5-7CE370E1A35A}"/>
    <dgm:cxn modelId="{58354AFC-FF9F-4168-953F-3495D229016B}" srcId="{EE40FFF8-103D-4F45-B85F-403984910D7F}" destId="{EADE0D2D-1205-40C5-86CE-1D93146D1A90}" srcOrd="3" destOrd="0" parTransId="{1313A02D-916B-4376-9187-E1513360A3B7}" sibTransId="{FE89EA1D-5BF4-4389-891E-1C4333E940F1}"/>
    <dgm:cxn modelId="{80E9981C-D6AF-4AA0-AE34-95916BB6042D}" type="presParOf" srcId="{C0F71877-8D45-45C6-ADEB-A07688B38294}" destId="{33F818AB-FF01-4241-9AE4-10038E362029}" srcOrd="0" destOrd="0" presId="urn:microsoft.com/office/officeart/2005/8/layout/chevron2"/>
    <dgm:cxn modelId="{BD8631D0-F477-4DAE-87B1-937628472942}" type="presParOf" srcId="{33F818AB-FF01-4241-9AE4-10038E362029}" destId="{FF38E5F5-B2ED-46F9-98AC-B8A051288B43}" srcOrd="0" destOrd="0" presId="urn:microsoft.com/office/officeart/2005/8/layout/chevron2"/>
    <dgm:cxn modelId="{2D223C1E-935B-45DD-ABB9-BBD1CC91D5F5}" type="presParOf" srcId="{33F818AB-FF01-4241-9AE4-10038E362029}" destId="{99404815-EBB5-40EA-B4FB-18C60F71A14A}" srcOrd="1" destOrd="0" presId="urn:microsoft.com/office/officeart/2005/8/layout/chevron2"/>
    <dgm:cxn modelId="{6E2722C2-765D-4ACA-9AE0-028CBFD8B297}" type="presParOf" srcId="{C0F71877-8D45-45C6-ADEB-A07688B38294}" destId="{37EC7346-47C0-4615-841A-9E4F49B20616}" srcOrd="1" destOrd="0" presId="urn:microsoft.com/office/officeart/2005/8/layout/chevron2"/>
    <dgm:cxn modelId="{65D5F0FA-5AC2-4A90-AA60-AE96A0295264}" type="presParOf" srcId="{C0F71877-8D45-45C6-ADEB-A07688B38294}" destId="{0C70E8EB-3FEE-4D47-8F76-EDE17DF38429}" srcOrd="2" destOrd="0" presId="urn:microsoft.com/office/officeart/2005/8/layout/chevron2"/>
    <dgm:cxn modelId="{C4D59501-0AE0-4F3F-81EC-70D4D3D4E944}" type="presParOf" srcId="{0C70E8EB-3FEE-4D47-8F76-EDE17DF38429}" destId="{BBC3BD6A-454F-4CAA-A5C0-8F47CE19C2CC}" srcOrd="0" destOrd="0" presId="urn:microsoft.com/office/officeart/2005/8/layout/chevron2"/>
    <dgm:cxn modelId="{1A855D8C-7F50-4E5C-B4F6-FE3BBD565654}" type="presParOf" srcId="{0C70E8EB-3FEE-4D47-8F76-EDE17DF38429}" destId="{DC734305-151B-44F7-8A31-4DF6B9EFACF5}" srcOrd="1" destOrd="0" presId="urn:microsoft.com/office/officeart/2005/8/layout/chevron2"/>
    <dgm:cxn modelId="{7B2B5BBD-B628-4875-8A95-FE99AFA14887}" type="presParOf" srcId="{C0F71877-8D45-45C6-ADEB-A07688B38294}" destId="{9C7EE37F-721D-46BD-AB76-FC0B9FABD973}" srcOrd="3" destOrd="0" presId="urn:microsoft.com/office/officeart/2005/8/layout/chevron2"/>
    <dgm:cxn modelId="{4F978EE2-2ED2-4D01-BAE0-509786D77D1C}" type="presParOf" srcId="{C0F71877-8D45-45C6-ADEB-A07688B38294}" destId="{8E7DEC69-0FE4-4393-A9FB-1A90492B3392}" srcOrd="4" destOrd="0" presId="urn:microsoft.com/office/officeart/2005/8/layout/chevron2"/>
    <dgm:cxn modelId="{E5EC3E4B-0FA6-4D5E-9D5C-3F85F9E4C5B9}" type="presParOf" srcId="{8E7DEC69-0FE4-4393-A9FB-1A90492B3392}" destId="{C8AD4FE8-2A6D-4A55-9C0A-17A337DE34C6}" srcOrd="0" destOrd="0" presId="urn:microsoft.com/office/officeart/2005/8/layout/chevron2"/>
    <dgm:cxn modelId="{87D9630F-3724-47B7-9CBA-71C688A99BF8}" type="presParOf" srcId="{8E7DEC69-0FE4-4393-A9FB-1A90492B3392}" destId="{114B75A6-06AB-4193-B4F9-C42AEDF360ED}" srcOrd="1" destOrd="0" presId="urn:microsoft.com/office/officeart/2005/8/layout/chevron2"/>
    <dgm:cxn modelId="{1F353E1E-3AA2-4FB5-A07F-12D5812786A0}" type="presParOf" srcId="{C0F71877-8D45-45C6-ADEB-A07688B38294}" destId="{BA64D39E-95CC-4CC6-92C0-C7057B7FC9A2}" srcOrd="5" destOrd="0" presId="urn:microsoft.com/office/officeart/2005/8/layout/chevron2"/>
    <dgm:cxn modelId="{4A2AEE0A-66F0-4A43-BA7C-5CB34E28E8C4}" type="presParOf" srcId="{C0F71877-8D45-45C6-ADEB-A07688B38294}" destId="{C2AF1167-D808-4C64-A7B4-5854C36E41E2}" srcOrd="6" destOrd="0" presId="urn:microsoft.com/office/officeart/2005/8/layout/chevron2"/>
    <dgm:cxn modelId="{65E7F123-24AF-4D75-9A0F-AF7E8598542D}" type="presParOf" srcId="{C2AF1167-D808-4C64-A7B4-5854C36E41E2}" destId="{540CB1EA-7FE9-4D73-A499-E9A4351FFD87}" srcOrd="0" destOrd="0" presId="urn:microsoft.com/office/officeart/2005/8/layout/chevron2"/>
    <dgm:cxn modelId="{1A43EBB0-27F5-4F70-A221-A2CF9131B2E7}" type="presParOf" srcId="{C2AF1167-D808-4C64-A7B4-5854C36E41E2}" destId="{DAD2E2F8-54E6-4FAE-A9BD-86AF88168CB8}" srcOrd="1" destOrd="0" presId="urn:microsoft.com/office/officeart/2005/8/layout/chevron2"/>
    <dgm:cxn modelId="{80BC699B-C132-47FD-8177-8BB9C4BB40BC}" type="presParOf" srcId="{C0F71877-8D45-45C6-ADEB-A07688B38294}" destId="{CDF82A39-6021-4BD2-9ED3-E7C6AEA9FF48}" srcOrd="7" destOrd="0" presId="urn:microsoft.com/office/officeart/2005/8/layout/chevron2"/>
    <dgm:cxn modelId="{BDF33358-462A-4807-9409-8A15223EE906}" type="presParOf" srcId="{C0F71877-8D45-45C6-ADEB-A07688B38294}" destId="{3FA9C391-46D7-4287-ADAF-6E35FC99B55B}" srcOrd="8" destOrd="0" presId="urn:microsoft.com/office/officeart/2005/8/layout/chevron2"/>
    <dgm:cxn modelId="{65155DAE-6DF1-44A4-AFC9-5E0D5479E459}" type="presParOf" srcId="{3FA9C391-46D7-4287-ADAF-6E35FC99B55B}" destId="{D41454D4-4961-431C-B22B-7AB7FE1D249D}" srcOrd="0" destOrd="0" presId="urn:microsoft.com/office/officeart/2005/8/layout/chevron2"/>
    <dgm:cxn modelId="{FF65B4F2-3E90-4DDC-A9E3-D6B0FFAFA326}" type="presParOf" srcId="{3FA9C391-46D7-4287-ADAF-6E35FC99B55B}" destId="{5B5CBB7B-6A68-4E47-AC87-41C4E45B2858}" srcOrd="1" destOrd="0" presId="urn:microsoft.com/office/officeart/2005/8/layout/chevron2"/>
    <dgm:cxn modelId="{FCBBF761-5430-49C1-BA68-78A9D22AD3D9}" type="presParOf" srcId="{C0F71877-8D45-45C6-ADEB-A07688B38294}" destId="{9A8A52C1-9D31-4FE2-A9C6-4BE4C6168031}" srcOrd="9" destOrd="0" presId="urn:microsoft.com/office/officeart/2005/8/layout/chevron2"/>
    <dgm:cxn modelId="{C3A147E5-ECE9-445E-B3EC-89E637D364A7}" type="presParOf" srcId="{C0F71877-8D45-45C6-ADEB-A07688B38294}" destId="{4B8570E1-54A6-4248-8442-42B1BF97EC8F}" srcOrd="10" destOrd="0" presId="urn:microsoft.com/office/officeart/2005/8/layout/chevron2"/>
    <dgm:cxn modelId="{D612526C-F0D5-44DB-BDEF-63CA04520449}" type="presParOf" srcId="{4B8570E1-54A6-4248-8442-42B1BF97EC8F}" destId="{354176EC-ED3B-463B-B05C-5230CB8570B4}" srcOrd="0" destOrd="0" presId="urn:microsoft.com/office/officeart/2005/8/layout/chevron2"/>
    <dgm:cxn modelId="{17682A23-66A2-4B14-878F-7BCD4027B236}" type="presParOf" srcId="{4B8570E1-54A6-4248-8442-42B1BF97EC8F}" destId="{2CD56B81-FC6C-4F80-8FA5-11A248BC734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8E5F5-B2ED-46F9-98AC-B8A051288B43}">
      <dsp:nvSpPr>
        <dsp:cNvPr id="0" name=""/>
        <dsp:cNvSpPr/>
      </dsp:nvSpPr>
      <dsp:spPr>
        <a:xfrm rot="5400000">
          <a:off x="-93893" y="96742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2002</a:t>
          </a:r>
        </a:p>
      </dsp:txBody>
      <dsp:txXfrm rot="-5400000">
        <a:off x="2" y="221933"/>
        <a:ext cx="438169" cy="187788"/>
      </dsp:txXfrm>
    </dsp:sp>
    <dsp:sp modelId="{99404815-EBB5-40EA-B4FB-18C60F71A14A}">
      <dsp:nvSpPr>
        <dsp:cNvPr id="0" name=""/>
        <dsp:cNvSpPr/>
      </dsp:nvSpPr>
      <dsp:spPr>
        <a:xfrm rot="5400000">
          <a:off x="4282848" y="-3842896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C# 1/VB7</a:t>
          </a:r>
        </a:p>
      </dsp:txBody>
      <dsp:txXfrm rot="-5400000">
        <a:off x="438169" y="21645"/>
        <a:ext cx="8076368" cy="367148"/>
      </dsp:txXfrm>
    </dsp:sp>
    <dsp:sp modelId="{BBC3BD6A-454F-4CAA-A5C0-8F47CE19C2CC}">
      <dsp:nvSpPr>
        <dsp:cNvPr id="0" name=""/>
        <dsp:cNvSpPr/>
      </dsp:nvSpPr>
      <dsp:spPr>
        <a:xfrm rot="5400000">
          <a:off x="-93893" y="635991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2005</a:t>
          </a:r>
        </a:p>
      </dsp:txBody>
      <dsp:txXfrm rot="-5400000">
        <a:off x="2" y="761182"/>
        <a:ext cx="438169" cy="187788"/>
      </dsp:txXfrm>
    </dsp:sp>
    <dsp:sp modelId="{DC734305-151B-44F7-8A31-4DF6B9EFACF5}">
      <dsp:nvSpPr>
        <dsp:cNvPr id="0" name=""/>
        <dsp:cNvSpPr/>
      </dsp:nvSpPr>
      <dsp:spPr>
        <a:xfrm rot="5400000">
          <a:off x="4282848" y="-3302580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C# 2: Generics, Iterators, Anonymous Delegates, Nullable, Partial, co/contravariance</a:t>
          </a:r>
        </a:p>
      </dsp:txBody>
      <dsp:txXfrm rot="-5400000">
        <a:off x="438169" y="561961"/>
        <a:ext cx="8076368" cy="367148"/>
      </dsp:txXfrm>
    </dsp:sp>
    <dsp:sp modelId="{C8AD4FE8-2A6D-4A55-9C0A-17A337DE34C6}">
      <dsp:nvSpPr>
        <dsp:cNvPr id="0" name=""/>
        <dsp:cNvSpPr/>
      </dsp:nvSpPr>
      <dsp:spPr>
        <a:xfrm rot="5400000">
          <a:off x="-93893" y="1175240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2008</a:t>
          </a:r>
        </a:p>
      </dsp:txBody>
      <dsp:txXfrm rot="-5400000">
        <a:off x="2" y="1300431"/>
        <a:ext cx="438169" cy="187788"/>
      </dsp:txXfrm>
    </dsp:sp>
    <dsp:sp modelId="{114B75A6-06AB-4193-B4F9-C42AEDF360ED}">
      <dsp:nvSpPr>
        <dsp:cNvPr id="0" name=""/>
        <dsp:cNvSpPr/>
      </dsp:nvSpPr>
      <dsp:spPr>
        <a:xfrm rot="5400000">
          <a:off x="4282848" y="-2763331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rgbClr val="00B050"/>
              </a:solidFill>
            </a:rPr>
            <a:t>C# 3: LINQ</a:t>
          </a:r>
          <a:r>
            <a:rPr lang="en-US" sz="1500" kern="1200" dirty="0"/>
            <a:t>, Lambda, Anonymous, </a:t>
          </a:r>
          <a:r>
            <a:rPr lang="en-US" sz="1500" kern="1200" dirty="0" err="1"/>
            <a:t>AutoProp</a:t>
          </a:r>
          <a:r>
            <a:rPr lang="en-US" sz="1500" kern="1200" dirty="0"/>
            <a:t>, Extension Methods, Expression </a:t>
          </a:r>
        </a:p>
      </dsp:txBody>
      <dsp:txXfrm rot="-5400000">
        <a:off x="438169" y="1101210"/>
        <a:ext cx="8076368" cy="367148"/>
      </dsp:txXfrm>
    </dsp:sp>
    <dsp:sp modelId="{540CB1EA-7FE9-4D73-A499-E9A4351FFD87}">
      <dsp:nvSpPr>
        <dsp:cNvPr id="0" name=""/>
        <dsp:cNvSpPr/>
      </dsp:nvSpPr>
      <dsp:spPr>
        <a:xfrm rot="5400000">
          <a:off x="-93893" y="1714490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2010</a:t>
          </a:r>
        </a:p>
      </dsp:txBody>
      <dsp:txXfrm rot="-5400000">
        <a:off x="2" y="1839681"/>
        <a:ext cx="438169" cy="187788"/>
      </dsp:txXfrm>
    </dsp:sp>
    <dsp:sp modelId="{DAD2E2F8-54E6-4FAE-A9BD-86AF88168CB8}">
      <dsp:nvSpPr>
        <dsp:cNvPr id="0" name=""/>
        <dsp:cNvSpPr/>
      </dsp:nvSpPr>
      <dsp:spPr>
        <a:xfrm rot="5400000">
          <a:off x="4282848" y="-2224082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C# 4: Parallel, Dynamic, optional params, named arguments, embedded interop</a:t>
          </a:r>
        </a:p>
      </dsp:txBody>
      <dsp:txXfrm rot="-5400000">
        <a:off x="438169" y="1640459"/>
        <a:ext cx="8076368" cy="367148"/>
      </dsp:txXfrm>
    </dsp:sp>
    <dsp:sp modelId="{5830255F-49E8-44C9-A5BD-24B9CDC2A666}">
      <dsp:nvSpPr>
        <dsp:cNvPr id="0" name=""/>
        <dsp:cNvSpPr/>
      </dsp:nvSpPr>
      <dsp:spPr>
        <a:xfrm rot="5400000">
          <a:off x="-93893" y="2253739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2012</a:t>
          </a:r>
        </a:p>
      </dsp:txBody>
      <dsp:txXfrm rot="-5400000">
        <a:off x="2" y="2378930"/>
        <a:ext cx="438169" cy="187788"/>
      </dsp:txXfrm>
    </dsp:sp>
    <dsp:sp modelId="{7A703FAB-2697-4360-9F76-B04086C14C7D}">
      <dsp:nvSpPr>
        <dsp:cNvPr id="0" name=""/>
        <dsp:cNvSpPr/>
      </dsp:nvSpPr>
      <dsp:spPr>
        <a:xfrm rot="5400000">
          <a:off x="4282848" y="-1684833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C# 5: Async, Caller info</a:t>
          </a:r>
        </a:p>
      </dsp:txBody>
      <dsp:txXfrm rot="-5400000">
        <a:off x="438169" y="2179708"/>
        <a:ext cx="8076368" cy="367148"/>
      </dsp:txXfrm>
    </dsp:sp>
    <dsp:sp modelId="{63437E7B-65DF-4A27-B708-B701FB2F2D97}">
      <dsp:nvSpPr>
        <dsp:cNvPr id="0" name=""/>
        <dsp:cNvSpPr/>
      </dsp:nvSpPr>
      <dsp:spPr>
        <a:xfrm rot="5400000">
          <a:off x="-93893" y="2792988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2013</a:t>
          </a:r>
        </a:p>
      </dsp:txBody>
      <dsp:txXfrm rot="-5400000">
        <a:off x="2" y="2918179"/>
        <a:ext cx="438169" cy="187788"/>
      </dsp:txXfrm>
    </dsp:sp>
    <dsp:sp modelId="{A736080A-6712-4C93-9E27-BF60389BE78D}">
      <dsp:nvSpPr>
        <dsp:cNvPr id="0" name=""/>
        <dsp:cNvSpPr/>
      </dsp:nvSpPr>
      <dsp:spPr>
        <a:xfrm rot="5400000">
          <a:off x="4282848" y="-1145584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???</a:t>
          </a:r>
        </a:p>
      </dsp:txBody>
      <dsp:txXfrm rot="-5400000">
        <a:off x="438169" y="2718957"/>
        <a:ext cx="8076368" cy="367148"/>
      </dsp:txXfrm>
    </dsp:sp>
    <dsp:sp modelId="{D87B602B-E23A-4814-B38E-6089C0F57C7A}">
      <dsp:nvSpPr>
        <dsp:cNvPr id="0" name=""/>
        <dsp:cNvSpPr/>
      </dsp:nvSpPr>
      <dsp:spPr>
        <a:xfrm rot="5400000">
          <a:off x="-93893" y="3332237"/>
          <a:ext cx="625957" cy="43816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2015</a:t>
          </a:r>
        </a:p>
      </dsp:txBody>
      <dsp:txXfrm rot="-5400000">
        <a:off x="2" y="3457428"/>
        <a:ext cx="438169" cy="187788"/>
      </dsp:txXfrm>
    </dsp:sp>
    <dsp:sp modelId="{37953712-67A3-4E6D-83CD-63697DE27E74}">
      <dsp:nvSpPr>
        <dsp:cNvPr id="0" name=""/>
        <dsp:cNvSpPr/>
      </dsp:nvSpPr>
      <dsp:spPr>
        <a:xfrm rot="5400000">
          <a:off x="4282848" y="-606334"/>
          <a:ext cx="406872" cy="809623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Roslyn</a:t>
          </a:r>
        </a:p>
      </dsp:txBody>
      <dsp:txXfrm rot="-5400000">
        <a:off x="438169" y="3258207"/>
        <a:ext cx="8076368" cy="3671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62326-B028-487E-B70C-043E205301AC}">
      <dsp:nvSpPr>
        <dsp:cNvPr id="0" name=""/>
        <dsp:cNvSpPr/>
      </dsp:nvSpPr>
      <dsp:spPr>
        <a:xfrm rot="5400000">
          <a:off x="118864" y="2179044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D05A5-962E-44D3-9F5D-FFA348FDF79C}">
      <dsp:nvSpPr>
        <dsp:cNvPr id="0" name=""/>
        <dsp:cNvSpPr/>
      </dsp:nvSpPr>
      <dsp:spPr>
        <a:xfrm>
          <a:off x="60150" y="2353916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2015 - 6</a:t>
          </a:r>
        </a:p>
      </dsp:txBody>
      <dsp:txXfrm>
        <a:off x="60150" y="2353916"/>
        <a:ext cx="528394" cy="463168"/>
      </dsp:txXfrm>
    </dsp:sp>
    <dsp:sp modelId="{2EF8C7D4-86AB-4A74-8A67-F63C119A0DBA}">
      <dsp:nvSpPr>
        <dsp:cNvPr id="0" name=""/>
        <dsp:cNvSpPr/>
      </dsp:nvSpPr>
      <dsp:spPr>
        <a:xfrm>
          <a:off x="488847" y="2135955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93BF4-0E69-44D9-AF85-D9A48062E8A8}">
      <dsp:nvSpPr>
        <dsp:cNvPr id="0" name=""/>
        <dsp:cNvSpPr/>
      </dsp:nvSpPr>
      <dsp:spPr>
        <a:xfrm rot="5400000">
          <a:off x="765721" y="2018978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3849F-AD1C-4CEB-9D98-0EBFE23BCFAD}">
      <dsp:nvSpPr>
        <dsp:cNvPr id="0" name=""/>
        <dsp:cNvSpPr/>
      </dsp:nvSpPr>
      <dsp:spPr>
        <a:xfrm>
          <a:off x="707008" y="2193851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2016 – 7.0</a:t>
          </a:r>
        </a:p>
      </dsp:txBody>
      <dsp:txXfrm>
        <a:off x="707008" y="2193851"/>
        <a:ext cx="528394" cy="463168"/>
      </dsp:txXfrm>
    </dsp:sp>
    <dsp:sp modelId="{04D7B3AA-0E36-436E-8EA6-E27859974A10}">
      <dsp:nvSpPr>
        <dsp:cNvPr id="0" name=""/>
        <dsp:cNvSpPr/>
      </dsp:nvSpPr>
      <dsp:spPr>
        <a:xfrm>
          <a:off x="1135705" y="1975889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2B345-0BC2-4826-BB3C-F1FA9642F413}">
      <dsp:nvSpPr>
        <dsp:cNvPr id="0" name=""/>
        <dsp:cNvSpPr/>
      </dsp:nvSpPr>
      <dsp:spPr>
        <a:xfrm rot="5400000">
          <a:off x="1412579" y="1858913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57D8B-5DB2-4C34-84EC-EFB42C80114F}">
      <dsp:nvSpPr>
        <dsp:cNvPr id="0" name=""/>
        <dsp:cNvSpPr/>
      </dsp:nvSpPr>
      <dsp:spPr>
        <a:xfrm>
          <a:off x="1353866" y="2033785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2017 – 7.1</a:t>
          </a:r>
        </a:p>
      </dsp:txBody>
      <dsp:txXfrm>
        <a:off x="1353866" y="2033785"/>
        <a:ext cx="528394" cy="463168"/>
      </dsp:txXfrm>
    </dsp:sp>
    <dsp:sp modelId="{DF2A2465-8E8B-46FD-8807-C0D9B75A773F}">
      <dsp:nvSpPr>
        <dsp:cNvPr id="0" name=""/>
        <dsp:cNvSpPr/>
      </dsp:nvSpPr>
      <dsp:spPr>
        <a:xfrm>
          <a:off x="1782563" y="1815824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5A8CF-7CCD-4B3C-9533-335AA55B0AE1}">
      <dsp:nvSpPr>
        <dsp:cNvPr id="0" name=""/>
        <dsp:cNvSpPr/>
      </dsp:nvSpPr>
      <dsp:spPr>
        <a:xfrm rot="5400000">
          <a:off x="2059437" y="1698847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3FD64-B83E-40CF-BC99-69EF866AE33C}">
      <dsp:nvSpPr>
        <dsp:cNvPr id="0" name=""/>
        <dsp:cNvSpPr/>
      </dsp:nvSpPr>
      <dsp:spPr>
        <a:xfrm>
          <a:off x="2000723" y="1873720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2017 - 7.2</a:t>
          </a:r>
        </a:p>
      </dsp:txBody>
      <dsp:txXfrm>
        <a:off x="2000723" y="1873720"/>
        <a:ext cx="528394" cy="463168"/>
      </dsp:txXfrm>
    </dsp:sp>
    <dsp:sp modelId="{0A432D32-2BC1-465D-825E-2738702FCD8E}">
      <dsp:nvSpPr>
        <dsp:cNvPr id="0" name=""/>
        <dsp:cNvSpPr/>
      </dsp:nvSpPr>
      <dsp:spPr>
        <a:xfrm>
          <a:off x="2429420" y="1655758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E30F8-213B-4516-93DD-0C716D4909BD}">
      <dsp:nvSpPr>
        <dsp:cNvPr id="0" name=""/>
        <dsp:cNvSpPr/>
      </dsp:nvSpPr>
      <dsp:spPr>
        <a:xfrm rot="5400000">
          <a:off x="2706294" y="1538781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9523E-4746-4979-8BF8-8E30A0E0B915}">
      <dsp:nvSpPr>
        <dsp:cNvPr id="0" name=""/>
        <dsp:cNvSpPr/>
      </dsp:nvSpPr>
      <dsp:spPr>
        <a:xfrm>
          <a:off x="2647581" y="1713654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2018 - 7.3</a:t>
          </a:r>
        </a:p>
      </dsp:txBody>
      <dsp:txXfrm>
        <a:off x="2647581" y="1713654"/>
        <a:ext cx="528394" cy="463168"/>
      </dsp:txXfrm>
    </dsp:sp>
    <dsp:sp modelId="{86E972F2-0282-48BD-A237-2FC57D48283B}">
      <dsp:nvSpPr>
        <dsp:cNvPr id="0" name=""/>
        <dsp:cNvSpPr/>
      </dsp:nvSpPr>
      <dsp:spPr>
        <a:xfrm>
          <a:off x="3076278" y="1495692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40FE0-286F-43FB-9354-DB4AE83DA4F2}">
      <dsp:nvSpPr>
        <dsp:cNvPr id="0" name=""/>
        <dsp:cNvSpPr/>
      </dsp:nvSpPr>
      <dsp:spPr>
        <a:xfrm rot="5400000">
          <a:off x="3353152" y="1378716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ED00B-E253-4D9D-A210-E9A0F84AC654}">
      <dsp:nvSpPr>
        <dsp:cNvPr id="0" name=""/>
        <dsp:cNvSpPr/>
      </dsp:nvSpPr>
      <dsp:spPr>
        <a:xfrm>
          <a:off x="3294438" y="1553589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2019 - 8</a:t>
          </a:r>
          <a:br>
            <a:rPr lang="en-US" sz="900" kern="1200" dirty="0"/>
          </a:br>
          <a:r>
            <a:rPr lang="en-US" sz="900" kern="1200" dirty="0"/>
            <a:t>Core 3.0</a:t>
          </a:r>
        </a:p>
      </dsp:txBody>
      <dsp:txXfrm>
        <a:off x="3294438" y="1553589"/>
        <a:ext cx="528394" cy="463168"/>
      </dsp:txXfrm>
    </dsp:sp>
    <dsp:sp modelId="{82341C83-649D-40DD-B9E0-CFF2F485FB17}">
      <dsp:nvSpPr>
        <dsp:cNvPr id="0" name=""/>
        <dsp:cNvSpPr/>
      </dsp:nvSpPr>
      <dsp:spPr>
        <a:xfrm>
          <a:off x="3723135" y="1335627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2BF85-5FC1-4B88-B289-2B7F6DD23F1F}">
      <dsp:nvSpPr>
        <dsp:cNvPr id="0" name=""/>
        <dsp:cNvSpPr/>
      </dsp:nvSpPr>
      <dsp:spPr>
        <a:xfrm rot="5400000">
          <a:off x="4000009" y="1218650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B9694-C2E1-4261-8A33-A246E47F5F4B}">
      <dsp:nvSpPr>
        <dsp:cNvPr id="0" name=""/>
        <dsp:cNvSpPr/>
      </dsp:nvSpPr>
      <dsp:spPr>
        <a:xfrm>
          <a:off x="3941296" y="1393523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2020 - 9</a:t>
          </a:r>
        </a:p>
      </dsp:txBody>
      <dsp:txXfrm>
        <a:off x="3941296" y="1393523"/>
        <a:ext cx="528394" cy="463168"/>
      </dsp:txXfrm>
    </dsp:sp>
    <dsp:sp modelId="{C3BDA560-C3C6-4D33-B5F2-EC76FDAA68CF}">
      <dsp:nvSpPr>
        <dsp:cNvPr id="0" name=""/>
        <dsp:cNvSpPr/>
      </dsp:nvSpPr>
      <dsp:spPr>
        <a:xfrm>
          <a:off x="4369993" y="1175561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DE612-82EF-4D92-B069-7E52B7863382}">
      <dsp:nvSpPr>
        <dsp:cNvPr id="0" name=""/>
        <dsp:cNvSpPr/>
      </dsp:nvSpPr>
      <dsp:spPr>
        <a:xfrm rot="5400000">
          <a:off x="4646867" y="1058585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6BE265-6523-4A95-A1C2-953635A75C3A}">
      <dsp:nvSpPr>
        <dsp:cNvPr id="0" name=""/>
        <dsp:cNvSpPr/>
      </dsp:nvSpPr>
      <dsp:spPr>
        <a:xfrm>
          <a:off x="4588153" y="1233457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2021 - 10</a:t>
          </a:r>
        </a:p>
      </dsp:txBody>
      <dsp:txXfrm>
        <a:off x="4588153" y="1233457"/>
        <a:ext cx="528394" cy="463168"/>
      </dsp:txXfrm>
    </dsp:sp>
    <dsp:sp modelId="{14E02FAC-A7E6-46CD-B071-295D36120743}">
      <dsp:nvSpPr>
        <dsp:cNvPr id="0" name=""/>
        <dsp:cNvSpPr/>
      </dsp:nvSpPr>
      <dsp:spPr>
        <a:xfrm>
          <a:off x="5016851" y="1015496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B505C-F821-4926-91FC-E645F28CEB22}">
      <dsp:nvSpPr>
        <dsp:cNvPr id="0" name=""/>
        <dsp:cNvSpPr/>
      </dsp:nvSpPr>
      <dsp:spPr>
        <a:xfrm rot="5400000">
          <a:off x="5293724" y="898519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5BC27-E115-4A08-B82C-4C28F0F000A7}">
      <dsp:nvSpPr>
        <dsp:cNvPr id="0" name=""/>
        <dsp:cNvSpPr/>
      </dsp:nvSpPr>
      <dsp:spPr>
        <a:xfrm>
          <a:off x="5235011" y="1073392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2022  -11</a:t>
          </a:r>
        </a:p>
      </dsp:txBody>
      <dsp:txXfrm>
        <a:off x="5235011" y="1073392"/>
        <a:ext cx="528394" cy="463168"/>
      </dsp:txXfrm>
    </dsp:sp>
    <dsp:sp modelId="{3C6E32FC-D5D2-4259-BD0F-4827A1A13D0D}">
      <dsp:nvSpPr>
        <dsp:cNvPr id="0" name=""/>
        <dsp:cNvSpPr/>
      </dsp:nvSpPr>
      <dsp:spPr>
        <a:xfrm>
          <a:off x="5663708" y="855430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24E21-9FF1-43F5-B4AB-FBBD72AC76AE}">
      <dsp:nvSpPr>
        <dsp:cNvPr id="0" name=""/>
        <dsp:cNvSpPr/>
      </dsp:nvSpPr>
      <dsp:spPr>
        <a:xfrm rot="5400000">
          <a:off x="5940582" y="738454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FB80F-6F85-4C5A-9634-99DCF1E25676}">
      <dsp:nvSpPr>
        <dsp:cNvPr id="0" name=""/>
        <dsp:cNvSpPr/>
      </dsp:nvSpPr>
      <dsp:spPr>
        <a:xfrm>
          <a:off x="5881869" y="913326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2023 - 12</a:t>
          </a:r>
        </a:p>
      </dsp:txBody>
      <dsp:txXfrm>
        <a:off x="5881869" y="913326"/>
        <a:ext cx="528394" cy="463168"/>
      </dsp:txXfrm>
    </dsp:sp>
    <dsp:sp modelId="{FB5750EF-7622-442E-882D-2DAF664CC073}">
      <dsp:nvSpPr>
        <dsp:cNvPr id="0" name=""/>
        <dsp:cNvSpPr/>
      </dsp:nvSpPr>
      <dsp:spPr>
        <a:xfrm>
          <a:off x="6310566" y="695365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A51406-522F-4D80-A0B0-1362406ED124}">
      <dsp:nvSpPr>
        <dsp:cNvPr id="0" name=""/>
        <dsp:cNvSpPr/>
      </dsp:nvSpPr>
      <dsp:spPr>
        <a:xfrm rot="5400000">
          <a:off x="6587440" y="578388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228EA-A0FC-4BF8-82E4-3043B21AA10C}">
      <dsp:nvSpPr>
        <dsp:cNvPr id="0" name=""/>
        <dsp:cNvSpPr/>
      </dsp:nvSpPr>
      <dsp:spPr>
        <a:xfrm>
          <a:off x="6528726" y="753261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2024 – 13</a:t>
          </a:r>
        </a:p>
      </dsp:txBody>
      <dsp:txXfrm>
        <a:off x="6528726" y="753261"/>
        <a:ext cx="528394" cy="463168"/>
      </dsp:txXfrm>
    </dsp:sp>
    <dsp:sp modelId="{EF3B492C-63AD-436F-929F-E72E36E4BEE6}">
      <dsp:nvSpPr>
        <dsp:cNvPr id="0" name=""/>
        <dsp:cNvSpPr/>
      </dsp:nvSpPr>
      <dsp:spPr>
        <a:xfrm>
          <a:off x="6957423" y="535299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82D5F-6F80-47C8-AEFC-17BC204EBA06}">
      <dsp:nvSpPr>
        <dsp:cNvPr id="0" name=""/>
        <dsp:cNvSpPr/>
      </dsp:nvSpPr>
      <dsp:spPr>
        <a:xfrm rot="5400000">
          <a:off x="7234297" y="418323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AF634-2F88-4663-A97B-E04708837239}">
      <dsp:nvSpPr>
        <dsp:cNvPr id="0" name=""/>
        <dsp:cNvSpPr/>
      </dsp:nvSpPr>
      <dsp:spPr>
        <a:xfrm>
          <a:off x="7175584" y="593195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2025 – 14</a:t>
          </a:r>
        </a:p>
      </dsp:txBody>
      <dsp:txXfrm>
        <a:off x="7175584" y="593195"/>
        <a:ext cx="528394" cy="463168"/>
      </dsp:txXfrm>
    </dsp:sp>
    <dsp:sp modelId="{1CF533B6-B64B-4845-9BDC-A83DF6E2891F}">
      <dsp:nvSpPr>
        <dsp:cNvPr id="0" name=""/>
        <dsp:cNvSpPr/>
      </dsp:nvSpPr>
      <dsp:spPr>
        <a:xfrm>
          <a:off x="7604281" y="375234"/>
          <a:ext cx="99696" cy="99696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60CE2-7B0D-436E-AC7E-770A3FAC8ED6}">
      <dsp:nvSpPr>
        <dsp:cNvPr id="0" name=""/>
        <dsp:cNvSpPr/>
      </dsp:nvSpPr>
      <dsp:spPr>
        <a:xfrm rot="5400000">
          <a:off x="7881155" y="258257"/>
          <a:ext cx="351735" cy="58528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DA82A-3AC7-45B3-A35B-BBB4D706A420}">
      <dsp:nvSpPr>
        <dsp:cNvPr id="0" name=""/>
        <dsp:cNvSpPr/>
      </dsp:nvSpPr>
      <dsp:spPr>
        <a:xfrm>
          <a:off x="7822441" y="433130"/>
          <a:ext cx="528394" cy="4631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2026 - 15</a:t>
          </a:r>
          <a:br>
            <a:rPr lang="en-US" sz="900" kern="1200"/>
          </a:br>
          <a:endParaRPr lang="en-US" sz="900" kern="1200" dirty="0"/>
        </a:p>
      </dsp:txBody>
      <dsp:txXfrm>
        <a:off x="7822441" y="433130"/>
        <a:ext cx="528394" cy="4631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8E5F5-B2ED-46F9-98AC-B8A051288B43}">
      <dsp:nvSpPr>
        <dsp:cNvPr id="0" name=""/>
        <dsp:cNvSpPr/>
      </dsp:nvSpPr>
      <dsp:spPr>
        <a:xfrm rot="5400000">
          <a:off x="-109188" y="111075"/>
          <a:ext cx="727923" cy="5095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2015</a:t>
          </a:r>
        </a:p>
      </dsp:txBody>
      <dsp:txXfrm rot="-5400000">
        <a:off x="1" y="256659"/>
        <a:ext cx="509546" cy="218377"/>
      </dsp:txXfrm>
    </dsp:sp>
    <dsp:sp modelId="{99404815-EBB5-40EA-B4FB-18C60F71A14A}">
      <dsp:nvSpPr>
        <dsp:cNvPr id="0" name=""/>
        <dsp:cNvSpPr/>
      </dsp:nvSpPr>
      <dsp:spPr>
        <a:xfrm rot="5400000">
          <a:off x="4361598" y="-3851404"/>
          <a:ext cx="473149" cy="81772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C# 6: Static imports, prop initializers, null propagator, string interpolation, </a:t>
          </a:r>
          <a:r>
            <a:rPr lang="en-US" sz="1400" kern="1200" dirty="0" err="1"/>
            <a:t>nameof</a:t>
          </a:r>
          <a:endParaRPr lang="en-US" sz="1400" kern="1200" dirty="0"/>
        </a:p>
      </dsp:txBody>
      <dsp:txXfrm rot="-5400000">
        <a:off x="509547" y="23744"/>
        <a:ext cx="8154156" cy="426955"/>
      </dsp:txXfrm>
    </dsp:sp>
    <dsp:sp modelId="{BBC3BD6A-454F-4CAA-A5C0-8F47CE19C2CC}">
      <dsp:nvSpPr>
        <dsp:cNvPr id="0" name=""/>
        <dsp:cNvSpPr/>
      </dsp:nvSpPr>
      <dsp:spPr>
        <a:xfrm rot="5400000">
          <a:off x="-109188" y="738165"/>
          <a:ext cx="727923" cy="5095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12/2016</a:t>
          </a:r>
        </a:p>
      </dsp:txBody>
      <dsp:txXfrm rot="-5400000">
        <a:off x="1" y="883749"/>
        <a:ext cx="509546" cy="218377"/>
      </dsp:txXfrm>
    </dsp:sp>
    <dsp:sp modelId="{DC734305-151B-44F7-8A31-4DF6B9EFACF5}">
      <dsp:nvSpPr>
        <dsp:cNvPr id="0" name=""/>
        <dsp:cNvSpPr/>
      </dsp:nvSpPr>
      <dsp:spPr>
        <a:xfrm rot="5400000">
          <a:off x="4361598" y="-3223074"/>
          <a:ext cx="473149" cy="81772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C# 7.0: Out variables, tuples, pattern matching, local functions, ref locals and returns</a:t>
          </a:r>
        </a:p>
      </dsp:txBody>
      <dsp:txXfrm rot="-5400000">
        <a:off x="509547" y="652074"/>
        <a:ext cx="8154156" cy="426955"/>
      </dsp:txXfrm>
    </dsp:sp>
    <dsp:sp modelId="{C8AD4FE8-2A6D-4A55-9C0A-17A337DE34C6}">
      <dsp:nvSpPr>
        <dsp:cNvPr id="0" name=""/>
        <dsp:cNvSpPr/>
      </dsp:nvSpPr>
      <dsp:spPr>
        <a:xfrm rot="5400000">
          <a:off x="-109188" y="1365256"/>
          <a:ext cx="727923" cy="5095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2017</a:t>
          </a:r>
        </a:p>
      </dsp:txBody>
      <dsp:txXfrm rot="-5400000">
        <a:off x="1" y="1510840"/>
        <a:ext cx="509546" cy="218377"/>
      </dsp:txXfrm>
    </dsp:sp>
    <dsp:sp modelId="{114B75A6-06AB-4193-B4F9-C42AEDF360ED}">
      <dsp:nvSpPr>
        <dsp:cNvPr id="0" name=""/>
        <dsp:cNvSpPr/>
      </dsp:nvSpPr>
      <dsp:spPr>
        <a:xfrm rot="5400000">
          <a:off x="4361598" y="-2595983"/>
          <a:ext cx="473149" cy="81772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C# 7.1: Async main, default literal, inferred tuple names, reference assembly gen </a:t>
          </a:r>
        </a:p>
      </dsp:txBody>
      <dsp:txXfrm rot="-5400000">
        <a:off x="509547" y="1279165"/>
        <a:ext cx="8154156" cy="426955"/>
      </dsp:txXfrm>
    </dsp:sp>
    <dsp:sp modelId="{540CB1EA-7FE9-4D73-A499-E9A4351FFD87}">
      <dsp:nvSpPr>
        <dsp:cNvPr id="0" name=""/>
        <dsp:cNvSpPr/>
      </dsp:nvSpPr>
      <dsp:spPr>
        <a:xfrm rot="5400000">
          <a:off x="-109188" y="1992347"/>
          <a:ext cx="727923" cy="5095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2017</a:t>
          </a:r>
        </a:p>
      </dsp:txBody>
      <dsp:txXfrm rot="-5400000">
        <a:off x="1" y="2137931"/>
        <a:ext cx="509546" cy="218377"/>
      </dsp:txXfrm>
    </dsp:sp>
    <dsp:sp modelId="{DAD2E2F8-54E6-4FAE-A9BD-86AF88168CB8}">
      <dsp:nvSpPr>
        <dsp:cNvPr id="0" name=""/>
        <dsp:cNvSpPr/>
      </dsp:nvSpPr>
      <dsp:spPr>
        <a:xfrm rot="5400000">
          <a:off x="4361598" y="-1968893"/>
          <a:ext cx="473149" cy="81772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C# 7.2: ref semantics with value types, non-trailing named </a:t>
          </a:r>
          <a:r>
            <a:rPr lang="en-US" sz="1400" kern="1200" dirty="0" err="1"/>
            <a:t>args</a:t>
          </a:r>
          <a:r>
            <a:rPr lang="en-US" sz="1400" kern="1200" dirty="0"/>
            <a:t>, numeric literals, private protected</a:t>
          </a:r>
        </a:p>
      </dsp:txBody>
      <dsp:txXfrm rot="-5400000">
        <a:off x="509547" y="1906255"/>
        <a:ext cx="8154156" cy="426955"/>
      </dsp:txXfrm>
    </dsp:sp>
    <dsp:sp modelId="{D41454D4-4961-431C-B22B-7AB7FE1D249D}">
      <dsp:nvSpPr>
        <dsp:cNvPr id="0" name=""/>
        <dsp:cNvSpPr/>
      </dsp:nvSpPr>
      <dsp:spPr>
        <a:xfrm rot="5400000">
          <a:off x="-109188" y="2619437"/>
          <a:ext cx="727923" cy="5095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2018</a:t>
          </a:r>
        </a:p>
      </dsp:txBody>
      <dsp:txXfrm rot="-5400000">
        <a:off x="1" y="2765021"/>
        <a:ext cx="509546" cy="218377"/>
      </dsp:txXfrm>
    </dsp:sp>
    <dsp:sp modelId="{5B5CBB7B-6A68-4E47-AC87-41C4E45B2858}">
      <dsp:nvSpPr>
        <dsp:cNvPr id="0" name=""/>
        <dsp:cNvSpPr/>
      </dsp:nvSpPr>
      <dsp:spPr>
        <a:xfrm rot="5400000">
          <a:off x="4361598" y="-1341802"/>
          <a:ext cx="473149" cy="81772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C# 7.3: tuple equality, constraints, expression variables, custom fixed, ref reassignment</a:t>
          </a:r>
        </a:p>
      </dsp:txBody>
      <dsp:txXfrm rot="-5400000">
        <a:off x="509547" y="2533346"/>
        <a:ext cx="8154156" cy="426955"/>
      </dsp:txXfrm>
    </dsp:sp>
    <dsp:sp modelId="{354176EC-ED3B-463B-B05C-5230CB8570B4}">
      <dsp:nvSpPr>
        <dsp:cNvPr id="0" name=""/>
        <dsp:cNvSpPr/>
      </dsp:nvSpPr>
      <dsp:spPr>
        <a:xfrm rot="5400000">
          <a:off x="-109188" y="3246528"/>
          <a:ext cx="727923" cy="5095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2019</a:t>
          </a:r>
        </a:p>
      </dsp:txBody>
      <dsp:txXfrm rot="-5400000">
        <a:off x="1" y="3392112"/>
        <a:ext cx="509546" cy="218377"/>
      </dsp:txXfrm>
    </dsp:sp>
    <dsp:sp modelId="{2CD56B81-FC6C-4F80-8FA5-11A248BC734D}">
      <dsp:nvSpPr>
        <dsp:cNvPr id="0" name=""/>
        <dsp:cNvSpPr/>
      </dsp:nvSpPr>
      <dsp:spPr>
        <a:xfrm rot="5400000">
          <a:off x="4361598" y="-714711"/>
          <a:ext cx="473149" cy="817725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C# 8.0: Default interface, nullable reference types, async streams, generic attributes, ranges</a:t>
          </a:r>
        </a:p>
      </dsp:txBody>
      <dsp:txXfrm rot="-5400000">
        <a:off x="509547" y="3160437"/>
        <a:ext cx="8154156" cy="4269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b="1" dirty="0" smtClean="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Live! 360 Orlando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8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4D1145D-0C6A-427A-BFFB-BA49C7DEF5D3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E5AA1C-3A4A-4E86-88DD-FDD0A0056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282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ＭＳ Ｐゴシック" pitchFamily="-72" charset="-128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7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6988B0C-D0FA-4593-BF38-A7BA3E9A5D69}" type="slidenum">
              <a:rPr lang="en-US">
                <a:ea typeface="ＭＳ Ｐゴシック" pitchFamily="-72" charset="-128"/>
                <a:cs typeface="ＭＳ Ｐゴシック" pitchFamily="-72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ea typeface="ＭＳ Ｐゴシック" pitchFamily="-72" charset="-128"/>
              <a:cs typeface="ＭＳ Ｐゴシック" pitchFamily="-72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/>
              <a:pPr>
                <a:defRPr/>
              </a:pPr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7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sual Studio Live! Redmond 2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3CDA3-A2DE-473C-A81C-F73D2A1BFF69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sual Studio Live! Washington, D.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73A4F-54E2-42AD-AEE7-525DC08E7D5E}" type="datetimeFigureOut">
              <a:rPr lang="en-US" smtClean="0"/>
              <a:pPr>
                <a:defRPr/>
              </a:pPr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7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9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71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45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14562E-E191-4140-8CA7-D81566904FD6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62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886AD8-D031-4E57-A880-97BEE7625BF5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41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146D33-8E80-4809-BCCA-EEFDCA7877C6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1591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75E31E-3DDB-4319-BC51-F5022B7F3C8D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3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6638B8-B788-4682-A596-85CF4ED65A7B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8911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9C0D6F-86BC-4F0A-A9FD-A71A70874F57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432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62623F-4765-4759-9A73-D8655DC8D973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69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2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5728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624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1884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101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554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ACF2FE-3FA7-4ABC-8D10-AB106564C9F6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940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D803F9-FDAA-4AD8-AB1F-AC9EA3FA17D9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9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28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24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002060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old" pitchFamily="-72" charset="0"/>
          <a:ea typeface="ＭＳ Ｐゴシック" pitchFamily="-72" charset="-128"/>
          <a:cs typeface="ＭＳ Ｐゴシック" pitchFamily="-72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•"/>
        <a:defRPr sz="32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ＭＳ Ｐゴシック" pitchFamily="-72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–"/>
        <a:defRPr sz="28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Arial" pitchFamily="-72" charset="0"/>
        <a:buChar char="•"/>
        <a:defRPr sz="24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itchFamily="-72" charset="0"/>
        <a:buChar char="–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Arial" pitchFamily="-72" charset="0"/>
        <a:buChar char="»"/>
        <a:defRPr sz="2000" kern="1200">
          <a:solidFill>
            <a:schemeClr val="tx1"/>
          </a:solidFill>
          <a:latin typeface="Arial" pitchFamily="-72" charset="0"/>
          <a:ea typeface="ＭＳ Ｐゴシック" pitchFamily="-72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AADEF755-0B60-4A3E-9C6A-4CADF1C89A5E}" type="datetimeFigureOut">
              <a:rPr lang="en-US" smtClean="0"/>
              <a:pPr>
                <a:defRPr/>
              </a:pPr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122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tnet/roslyn-sdk/tree/main/samples/CSharp/SourceGenerators" TargetMode="External"/><Relationship Id="rId2" Type="http://schemas.openxmlformats.org/officeDocument/2006/relationships/hyperlink" Target="https://docs.microsoft.com/en-us/dotnet/csharp/roslyn-sdk/source-generators-overview" TargetMode="Externa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github.com/dotnet/roslyn/blob/main/docs/features/source-generators.cookbook.md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wooley/CSVersions" TargetMode="External"/><Relationship Id="rId3" Type="http://schemas.openxmlformats.org/officeDocument/2006/relationships/hyperlink" Target="https://github.com/dotnet/roslyn/blob/master/docs/Language%20Feature%20Status.md" TargetMode="External"/><Relationship Id="rId7" Type="http://schemas.openxmlformats.org/officeDocument/2006/relationships/hyperlink" Target="http://sharplab.io/" TargetMode="External"/><Relationship Id="rId2" Type="http://schemas.openxmlformats.org/officeDocument/2006/relationships/hyperlink" Target="https://github.com/dotnet/roslyn" TargetMode="Externa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github.com/dotnet/roslyn-sdk" TargetMode="External"/><Relationship Id="rId5" Type="http://schemas.openxmlformats.org/officeDocument/2006/relationships/hyperlink" Target="https://github.com/dotnet" TargetMode="External"/><Relationship Id="rId4" Type="http://schemas.openxmlformats.org/officeDocument/2006/relationships/hyperlink" Target="https://github.com/dotnet/csharplang/tree/main/proposa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2815271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371" name="Freeform: Shape 15370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41649"/>
            <a:ext cx="9144000" cy="2101851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77687" y="3640759"/>
            <a:ext cx="7805701" cy="651020"/>
          </a:xfrm>
          <a:prstGeom prst="rect">
            <a:avLst/>
          </a:prstGeom>
        </p:spPr>
        <p:txBody>
          <a:bodyPr vert="horz" lIns="91440" tIns="45720" rIns="91440" bIns="45720" rtlCol="0" anchor="b">
            <a:prstTxWarp prst="textNoShape">
              <a:avLst/>
            </a:prstTxWarp>
            <a:normAutofit/>
          </a:bodyPr>
          <a:lstStyle/>
          <a:p>
            <a:pPr defTabSz="457200">
              <a:spcAft>
                <a:spcPts val="600"/>
              </a:spcAft>
            </a:pPr>
            <a:r>
              <a:rPr lang="en-US" sz="36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C# Past, Present and Beyond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88024" y="1259423"/>
            <a:ext cx="3987800" cy="1002506"/>
          </a:xfrm>
          <a:prstGeom prst="rect">
            <a:avLst/>
          </a:prstGeom>
          <a:noFill/>
          <a:ln>
            <a:noFill/>
          </a:ln>
          <a:effectLst/>
        </p:spPr>
        <p:txBody>
          <a:bodyPr lIns="85923" tIns="42962" rIns="85923" bIns="42962">
            <a:prstTxWarp prst="textNoShape">
              <a:avLst/>
            </a:prstTxWarp>
          </a:bodyPr>
          <a:lstStyle/>
          <a:p>
            <a:pPr algn="r">
              <a:spcAft>
                <a:spcPts val="600"/>
              </a:spcAft>
            </a:pPr>
            <a:r>
              <a:rPr lang="en-US" sz="2800" b="1" dirty="0">
                <a:solidFill>
                  <a:srgbClr val="FFC000"/>
                </a:solidFill>
              </a:rPr>
              <a:t>Jim Wooley</a:t>
            </a:r>
          </a:p>
          <a:p>
            <a:pPr algn="r">
              <a:spcAft>
                <a:spcPts val="600"/>
              </a:spcAft>
            </a:pPr>
            <a:r>
              <a:rPr lang="en-US" sz="2400" b="1" dirty="0">
                <a:solidFill>
                  <a:srgbClr val="FFC000"/>
                </a:solidFill>
              </a:rPr>
              <a:t>Senior Delivery Principal </a:t>
            </a:r>
          </a:p>
          <a:p>
            <a:pPr algn="r">
              <a:spcAft>
                <a:spcPts val="600"/>
              </a:spcAft>
            </a:pPr>
            <a:r>
              <a:rPr lang="en-US" sz="2400" b="1" dirty="0">
                <a:solidFill>
                  <a:srgbClr val="FFC000"/>
                </a:solidFill>
              </a:rPr>
              <a:t>Slalom</a:t>
            </a:r>
          </a:p>
          <a:p>
            <a:pPr>
              <a:spcAft>
                <a:spcPts val="600"/>
              </a:spcAft>
            </a:pPr>
            <a:endParaRPr lang="en-US" b="1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endParaRPr lang="en-US" sz="1400" dirty="0">
              <a:solidFill>
                <a:srgbClr val="C00000"/>
              </a:solidFill>
              <a:latin typeface="Times New Roman" pitchFamily="-72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History (before Roslyn)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971550"/>
          <a:ext cx="8534400" cy="3867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83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38E5F5-B2ED-46F9-98AC-B8A051288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FF38E5F5-B2ED-46F9-98AC-B8A051288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FF38E5F5-B2ED-46F9-98AC-B8A051288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404815-EBB5-40EA-B4FB-18C60F71A1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99404815-EBB5-40EA-B4FB-18C60F71A1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99404815-EBB5-40EA-B4FB-18C60F71A1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C3BD6A-454F-4CAA-A5C0-8F47CE19C2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BBC3BD6A-454F-4CAA-A5C0-8F47CE19C2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BBC3BD6A-454F-4CAA-A5C0-8F47CE19C2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734305-151B-44F7-8A31-4DF6B9EFA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DC734305-151B-44F7-8A31-4DF6B9EFA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DC734305-151B-44F7-8A31-4DF6B9EFA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D4FE8-2A6D-4A55-9C0A-17A337DE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C8AD4FE8-2A6D-4A55-9C0A-17A337DE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C8AD4FE8-2A6D-4A55-9C0A-17A337DE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4B75A6-06AB-4193-B4F9-C42AEDF360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114B75A6-06AB-4193-B4F9-C42AEDF360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114B75A6-06AB-4193-B4F9-C42AEDF360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0CB1EA-7FE9-4D73-A499-E9A4351FF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540CB1EA-7FE9-4D73-A499-E9A4351FF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540CB1EA-7FE9-4D73-A499-E9A4351FF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D2E2F8-54E6-4FAE-A9BD-86AF88168C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DAD2E2F8-54E6-4FAE-A9BD-86AF88168C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DAD2E2F8-54E6-4FAE-A9BD-86AF88168C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30255F-49E8-44C9-A5BD-24B9CDC2A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5830255F-49E8-44C9-A5BD-24B9CDC2A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5830255F-49E8-44C9-A5BD-24B9CDC2A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703FAB-2697-4360-9F76-B04086C14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graphicEl>
                                              <a:dgm id="{7A703FAB-2697-4360-9F76-B04086C14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graphicEl>
                                              <a:dgm id="{7A703FAB-2697-4360-9F76-B04086C14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437E7B-65DF-4A27-B708-B701FB2F2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graphicEl>
                                              <a:dgm id="{63437E7B-65DF-4A27-B708-B701FB2F2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graphicEl>
                                              <a:dgm id="{63437E7B-65DF-4A27-B708-B701FB2F2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736080A-6712-4C93-9E27-BF60389BE7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graphicEl>
                                              <a:dgm id="{A736080A-6712-4C93-9E27-BF60389BE7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graphicEl>
                                              <a:dgm id="{A736080A-6712-4C93-9E27-BF60389BE7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87B602B-E23A-4814-B38E-6089C0F57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graphicEl>
                                              <a:dgm id="{D87B602B-E23A-4814-B38E-6089C0F57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graphicEl>
                                              <a:dgm id="{D87B602B-E23A-4814-B38E-6089C0F57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953712-67A3-4E6D-83CD-63697DE27E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graphicEl>
                                              <a:dgm id="{37953712-67A3-4E6D-83CD-63697DE27E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graphicEl>
                                              <a:dgm id="{37953712-67A3-4E6D-83CD-63697DE27E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Roslyn Language Enhancements</a:t>
            </a:r>
          </a:p>
        </p:txBody>
      </p:sp>
      <p:sp>
        <p:nvSpPr>
          <p:cNvPr id="6" name="Oval 5"/>
          <p:cNvSpPr/>
          <p:nvPr/>
        </p:nvSpPr>
        <p:spPr>
          <a:xfrm>
            <a:off x="3993355" y="2343150"/>
            <a:ext cx="1382317" cy="1243012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Auto property initializer</a:t>
            </a:r>
          </a:p>
        </p:txBody>
      </p:sp>
      <p:sp>
        <p:nvSpPr>
          <p:cNvPr id="7" name="Oval 6"/>
          <p:cNvSpPr/>
          <p:nvPr/>
        </p:nvSpPr>
        <p:spPr>
          <a:xfrm>
            <a:off x="6057900" y="1200150"/>
            <a:ext cx="1514474" cy="124260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Getter only auto property</a:t>
            </a:r>
          </a:p>
        </p:txBody>
      </p:sp>
      <p:sp>
        <p:nvSpPr>
          <p:cNvPr id="8" name="Oval 7"/>
          <p:cNvSpPr/>
          <p:nvPr/>
        </p:nvSpPr>
        <p:spPr>
          <a:xfrm>
            <a:off x="2700338" y="3317070"/>
            <a:ext cx="1900236" cy="1826429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/>
              <a:t>Parameterless</a:t>
            </a:r>
            <a:r>
              <a:rPr lang="en-US" sz="1350" dirty="0"/>
              <a:t> </a:t>
            </a:r>
            <a:r>
              <a:rPr lang="en-US" sz="1350" dirty="0" err="1"/>
              <a:t>struct</a:t>
            </a:r>
            <a:r>
              <a:rPr lang="en-US" sz="1350" dirty="0"/>
              <a:t> </a:t>
            </a:r>
            <a:r>
              <a:rPr lang="en-US" sz="1350" dirty="0" err="1"/>
              <a:t>ctor</a:t>
            </a:r>
            <a:endParaRPr lang="en-US" sz="1350" dirty="0"/>
          </a:p>
        </p:txBody>
      </p:sp>
      <p:sp>
        <p:nvSpPr>
          <p:cNvPr id="12" name="Content Placeholder 8"/>
          <p:cNvSpPr txBox="1">
            <a:spLocks/>
          </p:cNvSpPr>
          <p:nvPr/>
        </p:nvSpPr>
        <p:spPr>
          <a:xfrm>
            <a:off x="942976" y="1166818"/>
            <a:ext cx="1900236" cy="160456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Dictionary Initializer</a:t>
            </a:r>
          </a:p>
        </p:txBody>
      </p:sp>
      <p:sp>
        <p:nvSpPr>
          <p:cNvPr id="13" name="Content Placeholder 8"/>
          <p:cNvSpPr txBox="1">
            <a:spLocks/>
          </p:cNvSpPr>
          <p:nvPr/>
        </p:nvSpPr>
        <p:spPr>
          <a:xfrm>
            <a:off x="6472238" y="114301"/>
            <a:ext cx="1514474" cy="1466849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Await in Catch/ Finally</a:t>
            </a:r>
          </a:p>
        </p:txBody>
      </p:sp>
      <p:sp>
        <p:nvSpPr>
          <p:cNvPr id="14" name="Content Placeholder 8"/>
          <p:cNvSpPr txBox="1">
            <a:spLocks/>
          </p:cNvSpPr>
          <p:nvPr/>
        </p:nvSpPr>
        <p:spPr>
          <a:xfrm>
            <a:off x="6686550" y="1937151"/>
            <a:ext cx="1938337" cy="178745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Exception Filters</a:t>
            </a:r>
          </a:p>
        </p:txBody>
      </p:sp>
      <p:sp>
        <p:nvSpPr>
          <p:cNvPr id="15" name="Content Placeholder 8"/>
          <p:cNvSpPr txBox="1">
            <a:spLocks/>
          </p:cNvSpPr>
          <p:nvPr/>
        </p:nvSpPr>
        <p:spPr>
          <a:xfrm>
            <a:off x="2557462" y="2008578"/>
            <a:ext cx="1571626" cy="153433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Partial Modules</a:t>
            </a:r>
          </a:p>
        </p:txBody>
      </p:sp>
      <p:sp>
        <p:nvSpPr>
          <p:cNvPr id="16" name="Content Placeholder 8"/>
          <p:cNvSpPr txBox="1">
            <a:spLocks/>
          </p:cNvSpPr>
          <p:nvPr/>
        </p:nvSpPr>
        <p:spPr>
          <a:xfrm>
            <a:off x="1021556" y="2343150"/>
            <a:ext cx="1626394" cy="1410415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Partial Interface</a:t>
            </a:r>
          </a:p>
        </p:txBody>
      </p:sp>
      <p:sp>
        <p:nvSpPr>
          <p:cNvPr id="17" name="Content Placeholder 8"/>
          <p:cNvSpPr txBox="1">
            <a:spLocks/>
          </p:cNvSpPr>
          <p:nvPr/>
        </p:nvSpPr>
        <p:spPr>
          <a:xfrm>
            <a:off x="1453753" y="3724601"/>
            <a:ext cx="1537095" cy="1555809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Multiline string literals</a:t>
            </a:r>
          </a:p>
        </p:txBody>
      </p:sp>
      <p:sp>
        <p:nvSpPr>
          <p:cNvPr id="18" name="Content Placeholder 8"/>
          <p:cNvSpPr txBox="1">
            <a:spLocks/>
          </p:cNvSpPr>
          <p:nvPr/>
        </p:nvSpPr>
        <p:spPr>
          <a:xfrm>
            <a:off x="3776660" y="3314698"/>
            <a:ext cx="2224089" cy="232251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Line continuation comments</a:t>
            </a:r>
          </a:p>
        </p:txBody>
      </p:sp>
      <p:sp>
        <p:nvSpPr>
          <p:cNvPr id="19" name="Content Placeholder 8"/>
          <p:cNvSpPr txBox="1">
            <a:spLocks/>
          </p:cNvSpPr>
          <p:nvPr/>
        </p:nvSpPr>
        <p:spPr>
          <a:xfrm>
            <a:off x="2271713" y="315508"/>
            <a:ext cx="2394626" cy="2127248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Null propagation</a:t>
            </a:r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6000750" y="2739150"/>
            <a:ext cx="2224088" cy="219797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String interpolation</a:t>
            </a:r>
          </a:p>
        </p:txBody>
      </p:sp>
      <p:sp>
        <p:nvSpPr>
          <p:cNvPr id="21" name="Content Placeholder 8"/>
          <p:cNvSpPr txBox="1">
            <a:spLocks/>
          </p:cNvSpPr>
          <p:nvPr/>
        </p:nvSpPr>
        <p:spPr>
          <a:xfrm>
            <a:off x="5114924" y="1615173"/>
            <a:ext cx="1571625" cy="1542361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err="1"/>
              <a:t>Nameof</a:t>
            </a:r>
            <a:r>
              <a:rPr lang="en-US" sz="1800" dirty="0"/>
              <a:t> operator</a:t>
            </a:r>
          </a:p>
        </p:txBody>
      </p:sp>
      <p:sp>
        <p:nvSpPr>
          <p:cNvPr id="22" name="Content Placeholder 8"/>
          <p:cNvSpPr txBox="1">
            <a:spLocks/>
          </p:cNvSpPr>
          <p:nvPr/>
        </p:nvSpPr>
        <p:spPr>
          <a:xfrm>
            <a:off x="3650456" y="716744"/>
            <a:ext cx="1835944" cy="1826429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#pragma</a:t>
            </a:r>
          </a:p>
        </p:txBody>
      </p:sp>
      <p:sp>
        <p:nvSpPr>
          <p:cNvPr id="23" name="Content Placeholder 8"/>
          <p:cNvSpPr txBox="1">
            <a:spLocks/>
          </p:cNvSpPr>
          <p:nvPr/>
        </p:nvSpPr>
        <p:spPr>
          <a:xfrm>
            <a:off x="4914900" y="2739149"/>
            <a:ext cx="1628774" cy="1589961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#Region inside methods</a:t>
            </a:r>
          </a:p>
        </p:txBody>
      </p:sp>
      <p:sp>
        <p:nvSpPr>
          <p:cNvPr id="11" name="Content Placeholder 8"/>
          <p:cNvSpPr txBox="1">
            <a:spLocks/>
          </p:cNvSpPr>
          <p:nvPr/>
        </p:nvSpPr>
        <p:spPr>
          <a:xfrm>
            <a:off x="519113" y="3462733"/>
            <a:ext cx="1143000" cy="1126331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72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4884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Font typeface="Arial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Using Static</a:t>
            </a:r>
          </a:p>
        </p:txBody>
      </p:sp>
    </p:spTree>
    <p:extLst>
      <p:ext uri="{BB962C8B-B14F-4D97-AF65-F5344CB8AC3E}">
        <p14:creationId xmlns:p14="http://schemas.microsoft.com/office/powerpoint/2010/main" val="21670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000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6DAC-9564-E40B-B1BC-3593E436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Post Roslyn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7ACA34-C349-3548-7926-5F0CFC3CA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285272"/>
              </p:ext>
            </p:extLst>
          </p:nvPr>
        </p:nvGraphicFramePr>
        <p:xfrm>
          <a:off x="395536" y="1539875"/>
          <a:ext cx="8352928" cy="3192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750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6"/>
            <a:ext cx="8229600" cy="672520"/>
          </a:xfrm>
        </p:spPr>
        <p:txBody>
          <a:bodyPr>
            <a:normAutofit/>
          </a:bodyPr>
          <a:lstStyle/>
          <a:p>
            <a:r>
              <a:rPr lang="en-US" dirty="0"/>
              <a:t>C# Post Roslyn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865387"/>
          <a:ext cx="8686800" cy="3867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675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F38E5F5-B2ED-46F9-98AC-B8A051288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FF38E5F5-B2ED-46F9-98AC-B8A051288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FF38E5F5-B2ED-46F9-98AC-B8A051288B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404815-EBB5-40EA-B4FB-18C60F71A1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99404815-EBB5-40EA-B4FB-18C60F71A1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99404815-EBB5-40EA-B4FB-18C60F71A1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C3BD6A-454F-4CAA-A5C0-8F47CE19C2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BBC3BD6A-454F-4CAA-A5C0-8F47CE19C2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BBC3BD6A-454F-4CAA-A5C0-8F47CE19C2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C734305-151B-44F7-8A31-4DF6B9EFA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DC734305-151B-44F7-8A31-4DF6B9EFA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DC734305-151B-44F7-8A31-4DF6B9EFAC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D4FE8-2A6D-4A55-9C0A-17A337DE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C8AD4FE8-2A6D-4A55-9C0A-17A337DE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C8AD4FE8-2A6D-4A55-9C0A-17A337DE34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4B75A6-06AB-4193-B4F9-C42AEDF360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114B75A6-06AB-4193-B4F9-C42AEDF360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114B75A6-06AB-4193-B4F9-C42AEDF360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40CB1EA-7FE9-4D73-A499-E9A4351FF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540CB1EA-7FE9-4D73-A499-E9A4351FF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540CB1EA-7FE9-4D73-A499-E9A4351FFD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D2E2F8-54E6-4FAE-A9BD-86AF88168C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DAD2E2F8-54E6-4FAE-A9BD-86AF88168C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graphicEl>
                                              <a:dgm id="{DAD2E2F8-54E6-4FAE-A9BD-86AF88168C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41454D4-4961-431C-B22B-7AB7FE1D2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D41454D4-4961-431C-B22B-7AB7FE1D2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D41454D4-4961-431C-B22B-7AB7FE1D24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5CBB7B-6A68-4E47-AC87-41C4E45B2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graphicEl>
                                              <a:dgm id="{5B5CBB7B-6A68-4E47-AC87-41C4E45B2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graphicEl>
                                              <a:dgm id="{5B5CBB7B-6A68-4E47-AC87-41C4E45B28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54176EC-ED3B-463B-B05C-5230CB857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graphicEl>
                                              <a:dgm id="{354176EC-ED3B-463B-B05C-5230CB857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graphicEl>
                                              <a:dgm id="{354176EC-ED3B-463B-B05C-5230CB8570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CD56B81-FC6C-4F80-8FA5-11A248BC73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graphicEl>
                                              <a:dgm id="{2CD56B81-FC6C-4F80-8FA5-11A248BC73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graphicEl>
                                              <a:dgm id="{2CD56B81-FC6C-4F80-8FA5-11A248BC73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C# 9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1AC7DA-E29E-1F1A-801F-73F7239086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000" dirty="0"/>
              <a:t>Top Level Statements</a:t>
            </a:r>
          </a:p>
          <a:p>
            <a:pPr lvl="0"/>
            <a:r>
              <a:rPr lang="en-US" sz="2000" dirty="0"/>
              <a:t>Records</a:t>
            </a:r>
          </a:p>
          <a:p>
            <a:pPr lvl="0"/>
            <a:r>
              <a:rPr lang="en-US" sz="2000" dirty="0"/>
              <a:t>Code Generators</a:t>
            </a:r>
          </a:p>
          <a:p>
            <a:pPr lvl="0"/>
            <a:r>
              <a:rPr lang="en-US" sz="2000" dirty="0"/>
              <a:t>Lambda discards</a:t>
            </a:r>
          </a:p>
          <a:p>
            <a:pPr lvl="0"/>
            <a:r>
              <a:rPr lang="en-US" sz="2000" dirty="0"/>
              <a:t>Static lambdas</a:t>
            </a:r>
          </a:p>
          <a:p>
            <a:pPr lvl="0"/>
            <a:r>
              <a:rPr lang="en-US" sz="2000" dirty="0"/>
              <a:t>Module Initializers</a:t>
            </a:r>
          </a:p>
          <a:p>
            <a:pPr lvl="0"/>
            <a:r>
              <a:rPr lang="en-US" sz="2000" dirty="0"/>
              <a:t>Extending Partial</a:t>
            </a:r>
          </a:p>
          <a:p>
            <a:pPr lvl="0"/>
            <a:r>
              <a:rPr lang="en-US" sz="2000" dirty="0"/>
              <a:t>Skip locals </a:t>
            </a:r>
            <a:r>
              <a:rPr lang="en-US" sz="2000" dirty="0" err="1"/>
              <a:t>init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7B3B0C-5FAF-F593-F140-498E6060E7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Attributes on local functions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Function pointers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Pattern matching improvements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Target type conditional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Covariant returns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Extension </a:t>
            </a:r>
            <a:r>
              <a:rPr lang="en-US" sz="2000" dirty="0" err="1"/>
              <a:t>GetEnumerator</a:t>
            </a:r>
            <a:endParaRPr lang="en-US" sz="20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Native </a:t>
            </a:r>
            <a:r>
              <a:rPr lang="en-US" sz="2000" dirty="0" err="1"/>
              <a:t>ints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094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C#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C23A5-8299-4CC8-A05A-9163820D048A}"/>
              </a:ext>
            </a:extLst>
          </p:cNvPr>
          <p:cNvSpPr/>
          <p:nvPr/>
        </p:nvSpPr>
        <p:spPr>
          <a:xfrm>
            <a:off x="0" y="4659982"/>
            <a:ext cx="9154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https://docs.microsoft.com/en-us/dotnet/csharp/whats-new/csharp-10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6AE85-0BDF-7EB7-60CB-1089AB98CA97}"/>
              </a:ext>
            </a:extLst>
          </p:cNvPr>
          <p:cNvSpPr txBox="1"/>
          <p:nvPr/>
        </p:nvSpPr>
        <p:spPr>
          <a:xfrm>
            <a:off x="683568" y="1419320"/>
            <a:ext cx="7704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Record structs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Global Using directives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File-scoped namespace declaration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Extended property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Constant interpolated strings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Record types seal </a:t>
            </a:r>
            <a:r>
              <a:rPr lang="en-US" dirty="0" err="1"/>
              <a:t>ToString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Deconstruction assignment and declaration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AsyncMethodBuilder</a:t>
            </a:r>
            <a:r>
              <a:rPr lang="en-US" dirty="0"/>
              <a:t> attribute on methods</a:t>
            </a:r>
          </a:p>
        </p:txBody>
      </p:sp>
    </p:spTree>
    <p:extLst>
      <p:ext uri="{BB962C8B-B14F-4D97-AF65-F5344CB8AC3E}">
        <p14:creationId xmlns:p14="http://schemas.microsoft.com/office/powerpoint/2010/main" val="176872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376"/>
            <a:ext cx="8229600" cy="672520"/>
          </a:xfrm>
        </p:spPr>
        <p:txBody>
          <a:bodyPr>
            <a:normAutofit/>
          </a:bodyPr>
          <a:lstStyle/>
          <a:p>
            <a:r>
              <a:rPr lang="en-US" dirty="0"/>
              <a:t>C#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C23A5-8299-4CC8-A05A-9163820D048A}"/>
              </a:ext>
            </a:extLst>
          </p:cNvPr>
          <p:cNvSpPr/>
          <p:nvPr/>
        </p:nvSpPr>
        <p:spPr>
          <a:xfrm>
            <a:off x="462639" y="4731990"/>
            <a:ext cx="8542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https://docs.microsoft.com/en-us/dotnet/csharp/whats-new/csharp-11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5AA7B-4C28-DF53-9145-B126DE1BB4C8}"/>
              </a:ext>
            </a:extLst>
          </p:cNvPr>
          <p:cNvSpPr txBox="1"/>
          <p:nvPr/>
        </p:nvSpPr>
        <p:spPr>
          <a:xfrm>
            <a:off x="474356" y="1018142"/>
            <a:ext cx="63288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Generic Attributes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Generic Math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List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New line in interpolated string holes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trike="sngStrike" baseline="0" dirty="0"/>
              <a:t>Null Parameter Checking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trike="noStrike" baseline="0" dirty="0"/>
              <a:t>Required Modifier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Raw string literals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Static Abstract Member Interfaces</a:t>
            </a:r>
          </a:p>
        </p:txBody>
      </p:sp>
    </p:spTree>
    <p:extLst>
      <p:ext uri="{BB962C8B-B14F-4D97-AF65-F5344CB8AC3E}">
        <p14:creationId xmlns:p14="http://schemas.microsoft.com/office/powerpoint/2010/main" val="210103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35" y="182820"/>
            <a:ext cx="8229600" cy="672520"/>
          </a:xfrm>
        </p:spPr>
        <p:txBody>
          <a:bodyPr>
            <a:normAutofit/>
          </a:bodyPr>
          <a:lstStyle/>
          <a:p>
            <a:r>
              <a:rPr lang="en-US" dirty="0"/>
              <a:t>C# 12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EF16C-5883-1A43-E33D-DD879C14D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Primary constructors</a:t>
            </a:r>
          </a:p>
          <a:p>
            <a:r>
              <a:rPr lang="en-US" sz="2400" dirty="0"/>
              <a:t>Collection expressions</a:t>
            </a:r>
          </a:p>
          <a:p>
            <a:r>
              <a:rPr lang="en-US" sz="2400" dirty="0"/>
              <a:t>Default lambda parameters</a:t>
            </a:r>
          </a:p>
          <a:p>
            <a:r>
              <a:rPr lang="en-US" sz="2400" dirty="0"/>
              <a:t>Alias any type</a:t>
            </a:r>
          </a:p>
          <a:p>
            <a:r>
              <a:rPr lang="en-US" sz="2400" dirty="0"/>
              <a:t>Inline</a:t>
            </a:r>
            <a:r>
              <a:rPr lang="en-US" sz="2400" baseline="0" dirty="0"/>
              <a:t> arrays</a:t>
            </a:r>
          </a:p>
          <a:p>
            <a:r>
              <a:rPr lang="en-US" sz="2400" baseline="0" dirty="0"/>
              <a:t>Interceptors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C23A5-8299-4CC8-A05A-9163820D048A}"/>
              </a:ext>
            </a:extLst>
          </p:cNvPr>
          <p:cNvSpPr/>
          <p:nvPr/>
        </p:nvSpPr>
        <p:spPr>
          <a:xfrm>
            <a:off x="179512" y="474730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https://docs.microsoft.com/en-us/dotnet/csharp/whats-new/csharp-12</a:t>
            </a:r>
          </a:p>
        </p:txBody>
      </p:sp>
    </p:spTree>
    <p:extLst>
      <p:ext uri="{BB962C8B-B14F-4D97-AF65-F5344CB8AC3E}">
        <p14:creationId xmlns:p14="http://schemas.microsoft.com/office/powerpoint/2010/main" val="1552173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1D0B-F6E2-3271-FE1D-8D9105D8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76EC5-5360-E201-9510-110238211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35" y="182820"/>
            <a:ext cx="8229600" cy="672520"/>
          </a:xfrm>
        </p:spPr>
        <p:txBody>
          <a:bodyPr>
            <a:normAutofit/>
          </a:bodyPr>
          <a:lstStyle/>
          <a:p>
            <a:r>
              <a:rPr lang="en-US" dirty="0"/>
              <a:t>C# 13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A066F-5CB9-653B-6763-2F52CC28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Backing Field</a:t>
            </a:r>
          </a:p>
          <a:p>
            <a:r>
              <a:rPr lang="en-US" sz="2400" baseline="0" dirty="0"/>
              <a:t>N</a:t>
            </a:r>
            <a:r>
              <a:rPr lang="en-US" sz="2400" dirty="0"/>
              <a:t>ew Lock type</a:t>
            </a:r>
          </a:p>
          <a:p>
            <a:r>
              <a:rPr lang="en-US" sz="2400" dirty="0"/>
              <a:t>Partial properties and </a:t>
            </a:r>
            <a:r>
              <a:rPr lang="en-US" sz="2400" dirty="0" err="1"/>
              <a:t>indexors</a:t>
            </a:r>
            <a:endParaRPr lang="en-US" sz="2400" dirty="0"/>
          </a:p>
          <a:p>
            <a:r>
              <a:rPr lang="en-US" sz="2400" baseline="0" dirty="0"/>
              <a:t>Allow Ref Struct</a:t>
            </a:r>
          </a:p>
          <a:p>
            <a:r>
              <a:rPr lang="en-US" sz="2400" dirty="0"/>
              <a:t>Escape sequence</a:t>
            </a:r>
          </a:p>
          <a:p>
            <a:r>
              <a:rPr lang="en-US" sz="2400" baseline="0" dirty="0"/>
              <a:t>Implicit Indexer in Object Initiali</a:t>
            </a:r>
            <a:r>
              <a:rPr lang="en-US" sz="2400" dirty="0"/>
              <a:t>zers</a:t>
            </a:r>
          </a:p>
          <a:p>
            <a:r>
              <a:rPr lang="en-US" sz="2400" baseline="0" dirty="0"/>
              <a:t>Params Collections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B572D-B2B0-563D-4819-385ABF263215}"/>
              </a:ext>
            </a:extLst>
          </p:cNvPr>
          <p:cNvSpPr/>
          <p:nvPr/>
        </p:nvSpPr>
        <p:spPr>
          <a:xfrm>
            <a:off x="179512" y="474730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https://learn.microsoft.com/en-us/dotnet/csharp/whats-new/csharp-13</a:t>
            </a:r>
          </a:p>
        </p:txBody>
      </p:sp>
    </p:spTree>
    <p:extLst>
      <p:ext uri="{BB962C8B-B14F-4D97-AF65-F5344CB8AC3E}">
        <p14:creationId xmlns:p14="http://schemas.microsoft.com/office/powerpoint/2010/main" val="422025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4180-5CBA-D0FA-176D-77FA4A17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974F-AB1A-2748-07CC-3CD890B9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35" y="182820"/>
            <a:ext cx="8229600" cy="672520"/>
          </a:xfrm>
        </p:spPr>
        <p:txBody>
          <a:bodyPr>
            <a:normAutofit/>
          </a:bodyPr>
          <a:lstStyle/>
          <a:p>
            <a:r>
              <a:rPr lang="en-US" dirty="0"/>
              <a:t>C# 14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BE243-AB2A-54DC-A0DD-17C8D7406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Extension </a:t>
            </a:r>
            <a:r>
              <a:rPr lang="en-US" sz="2400" dirty="0" err="1"/>
              <a:t>Membrs</a:t>
            </a:r>
            <a:endParaRPr lang="en-US" sz="2400" dirty="0"/>
          </a:p>
          <a:p>
            <a:r>
              <a:rPr lang="en-US" sz="2400" baseline="0" dirty="0"/>
              <a:t>Field backed Propertie</a:t>
            </a:r>
            <a:r>
              <a:rPr lang="en-US" sz="2400" dirty="0"/>
              <a:t>s</a:t>
            </a:r>
          </a:p>
          <a:p>
            <a:r>
              <a:rPr lang="en-US" sz="2400" baseline="0" dirty="0"/>
              <a:t>File based App Directives</a:t>
            </a:r>
          </a:p>
          <a:p>
            <a:r>
              <a:rPr lang="en-US" sz="2400" dirty="0"/>
              <a:t>Null Conditional Assignment</a:t>
            </a:r>
          </a:p>
          <a:p>
            <a:r>
              <a:rPr lang="en-US" sz="2400" baseline="0" dirty="0"/>
              <a:t>Lambda Parameter </a:t>
            </a:r>
            <a:r>
              <a:rPr lang="en-US" sz="2400" dirty="0"/>
              <a:t>Modifiers</a:t>
            </a:r>
          </a:p>
          <a:p>
            <a:r>
              <a:rPr lang="en-US" sz="2400" baseline="0" dirty="0" err="1"/>
              <a:t>Nameof</a:t>
            </a:r>
            <a:r>
              <a:rPr lang="en-US" sz="2400" baseline="0" dirty="0"/>
              <a:t> Unbound Generic Types</a:t>
            </a:r>
          </a:p>
          <a:p>
            <a:r>
              <a:rPr lang="en-US" sz="2400" dirty="0"/>
              <a:t>Partial events and constructors</a:t>
            </a:r>
          </a:p>
          <a:p>
            <a:r>
              <a:rPr lang="en-US" sz="2400" baseline="0" dirty="0"/>
              <a:t>Span implicit conversions</a:t>
            </a:r>
          </a:p>
          <a:p>
            <a:r>
              <a:rPr lang="en-US" sz="2400" dirty="0"/>
              <a:t>User defined compound assignment operators</a:t>
            </a:r>
            <a:endParaRPr lang="en-US" sz="2400" baseline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62ED2-187F-5A21-C66C-5C9EE0324BA8}"/>
              </a:ext>
            </a:extLst>
          </p:cNvPr>
          <p:cNvSpPr/>
          <p:nvPr/>
        </p:nvSpPr>
        <p:spPr>
          <a:xfrm>
            <a:off x="179512" y="474730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https://learn.microsoft.com/en-us/dotnet/csharp/whats-new/csharp-14</a:t>
            </a:r>
          </a:p>
        </p:txBody>
      </p:sp>
    </p:spTree>
    <p:extLst>
      <p:ext uri="{BB962C8B-B14F-4D97-AF65-F5344CB8AC3E}">
        <p14:creationId xmlns:p14="http://schemas.microsoft.com/office/powerpoint/2010/main" val="225501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D5DA-ACD2-7A2D-04FE-9956848F3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FD3A-6FD2-FFB1-7ED4-58F2BC3B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35" y="182820"/>
            <a:ext cx="8229600" cy="672520"/>
          </a:xfrm>
        </p:spPr>
        <p:txBody>
          <a:bodyPr>
            <a:normAutofit/>
          </a:bodyPr>
          <a:lstStyle/>
          <a:p>
            <a:r>
              <a:rPr lang="en-US" dirty="0"/>
              <a:t>C# 15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F3ED3-D4CF-E766-4E2E-F8417A90B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aseline="0" dirty="0" err="1"/>
              <a:t>Uniion</a:t>
            </a:r>
            <a:r>
              <a:rPr lang="en-US" sz="2400" baseline="0" dirty="0"/>
              <a:t> types</a:t>
            </a:r>
          </a:p>
          <a:p>
            <a:r>
              <a:rPr lang="en-US" sz="2400" dirty="0"/>
              <a:t>Collection Expression Arguments</a:t>
            </a:r>
            <a:endParaRPr lang="en-US" sz="2400" baseline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B40828-2C46-A3BE-68D2-3C16E9822983}"/>
              </a:ext>
            </a:extLst>
          </p:cNvPr>
          <p:cNvSpPr/>
          <p:nvPr/>
        </p:nvSpPr>
        <p:spPr>
          <a:xfrm>
            <a:off x="179512" y="4747300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https://learn.microsoft.com/en-us/dotnet/csharp/whats-new/csharp-15</a:t>
            </a:r>
          </a:p>
        </p:txBody>
      </p:sp>
    </p:spTree>
    <p:extLst>
      <p:ext uri="{BB962C8B-B14F-4D97-AF65-F5344CB8AC3E}">
        <p14:creationId xmlns:p14="http://schemas.microsoft.com/office/powerpoint/2010/main" val="233891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07D0B-FF94-2F67-E4B3-90E262CDC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Source 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E3E2-E4DA-1185-FCA4-79C5B31D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2072640"/>
            <a:ext cx="8784976" cy="2613659"/>
          </a:xfrm>
        </p:spPr>
        <p:txBody>
          <a:bodyPr>
            <a:normAutofit/>
          </a:bodyPr>
          <a:lstStyle/>
          <a:p>
            <a:pPr lvl="0" rtl="0" eaLnBrk="1" latinLnBrk="0" hangingPunct="1"/>
            <a:r>
              <a:rPr lang="en-US" kern="1200" dirty="0">
                <a:effectLst/>
                <a:latin typeface="+mj-lt"/>
                <a:ea typeface="+mj-ea"/>
                <a:cs typeface="+mj-cs"/>
              </a:rPr>
              <a:t>Docs:</a:t>
            </a:r>
            <a:br>
              <a:rPr lang="en-US" kern="1200" dirty="0">
                <a:effectLst/>
                <a:latin typeface="+mj-lt"/>
                <a:ea typeface="+mj-ea"/>
                <a:cs typeface="+mj-cs"/>
              </a:rPr>
            </a:br>
            <a:r>
              <a:rPr lang="en-US" kern="1200" dirty="0">
                <a:effectLst/>
                <a:latin typeface="+mj-lt"/>
                <a:ea typeface="+mj-ea"/>
                <a:cs typeface="+mj-cs"/>
                <a:hlinkClick r:id="rId2"/>
              </a:rPr>
              <a:t>https://docs.microsoft.com/en-us/dotnet/csharp/roslyn-sdk/source-generators-overview</a:t>
            </a:r>
            <a:r>
              <a:rPr lang="en-US" kern="1200" dirty="0">
                <a:effectLst/>
                <a:latin typeface="+mj-lt"/>
                <a:ea typeface="+mj-ea"/>
                <a:cs typeface="+mj-cs"/>
              </a:rPr>
              <a:t> </a:t>
            </a:r>
            <a:endParaRPr lang="en-US" dirty="0">
              <a:effectLst/>
            </a:endParaRPr>
          </a:p>
          <a:p>
            <a:pPr lvl="0" rtl="0" eaLnBrk="1" latinLnBrk="0" hangingPunct="1"/>
            <a:r>
              <a:rPr lang="en-US" kern="1200" dirty="0">
                <a:effectLst/>
                <a:latin typeface="+mj-lt"/>
                <a:ea typeface="+mj-ea"/>
                <a:cs typeface="+mj-cs"/>
              </a:rPr>
              <a:t>Samples:</a:t>
            </a:r>
            <a:br>
              <a:rPr lang="en-US" kern="1200" dirty="0">
                <a:effectLst/>
                <a:latin typeface="+mj-lt"/>
                <a:ea typeface="+mj-ea"/>
                <a:cs typeface="+mj-cs"/>
              </a:rPr>
            </a:br>
            <a:r>
              <a:rPr lang="en-US" kern="1200" dirty="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kern="1200" dirty="0">
                <a:effectLst/>
                <a:latin typeface="+mj-lt"/>
                <a:ea typeface="+mj-ea"/>
                <a:cs typeface="+mj-cs"/>
                <a:hlinkClick r:id="rId3"/>
              </a:rPr>
              <a:t>https://github.com/dotnet/roslyn-sdk/tree/main/samples/CSharp/SourceGenerators</a:t>
            </a:r>
            <a:r>
              <a:rPr lang="en-US" kern="1200" dirty="0">
                <a:effectLst/>
                <a:latin typeface="+mj-lt"/>
                <a:ea typeface="+mj-ea"/>
                <a:cs typeface="+mj-cs"/>
              </a:rPr>
              <a:t>  </a:t>
            </a:r>
            <a:endParaRPr lang="en-US" dirty="0">
              <a:effectLst/>
            </a:endParaRPr>
          </a:p>
          <a:p>
            <a:pPr lvl="0" rtl="0" eaLnBrk="1" latinLnBrk="0" hangingPunct="1"/>
            <a:r>
              <a:rPr lang="en-US" kern="1200" dirty="0">
                <a:effectLst/>
                <a:latin typeface="+mj-lt"/>
                <a:ea typeface="+mj-ea"/>
                <a:cs typeface="+mj-cs"/>
              </a:rPr>
              <a:t>Cookbook:</a:t>
            </a:r>
            <a:br>
              <a:rPr lang="en-US" kern="1200" dirty="0">
                <a:effectLst/>
                <a:latin typeface="+mj-lt"/>
                <a:ea typeface="+mj-ea"/>
                <a:cs typeface="+mj-cs"/>
              </a:rPr>
            </a:br>
            <a:r>
              <a:rPr lang="en-US" kern="1200" dirty="0">
                <a:effectLst/>
                <a:latin typeface="+mj-lt"/>
                <a:ea typeface="+mj-ea"/>
                <a:cs typeface="+mj-cs"/>
                <a:hlinkClick r:id="rId4"/>
              </a:rPr>
              <a:t>https://github.com/dotnet/roslyn/blob/main/docs/features/source-generators.cookbook.md</a:t>
            </a:r>
            <a:r>
              <a:rPr lang="en-US" kern="1200" dirty="0">
                <a:effectLst/>
                <a:latin typeface="+mj-lt"/>
                <a:ea typeface="+mj-ea"/>
                <a:cs typeface="+mj-cs"/>
              </a:rPr>
              <a:t> 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0584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D7623-D266-E314-9EDE-AA2DF07B3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Roslyn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0C98C-25BC-FC9D-7B2C-A7889A1F4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7704956" cy="2613659"/>
          </a:xfrm>
        </p:spPr>
        <p:txBody>
          <a:bodyPr>
            <a:normAutofit/>
          </a:bodyPr>
          <a:lstStyle/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 err="1">
                <a:effectLst/>
                <a:latin typeface="+mj-lt"/>
                <a:ea typeface="+mj-ea"/>
                <a:cs typeface="+mj-cs"/>
              </a:rPr>
              <a:t>Github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: 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  <a:hlinkClick r:id="rId2"/>
              </a:rPr>
              <a:t>https://github.com/dotnet/roslyn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Language feature status:</a:t>
            </a:r>
            <a:br>
              <a:rPr lang="en-US" sz="1300" kern="1200" dirty="0">
                <a:effectLst/>
                <a:latin typeface="+mj-lt"/>
                <a:ea typeface="+mj-ea"/>
                <a:cs typeface="+mj-cs"/>
              </a:rPr>
            </a:br>
            <a:r>
              <a:rPr lang="en-US" sz="1300" kern="1200" dirty="0">
                <a:effectLst/>
                <a:latin typeface="+mj-lt"/>
                <a:ea typeface="+mj-ea"/>
                <a:cs typeface="+mj-cs"/>
                <a:hlinkClick r:id="rId3"/>
              </a:rPr>
              <a:t>https://github.com/dotnet/roslyn/blob/master/docs/Language%20Feature%20Status.md</a:t>
            </a:r>
            <a:r>
              <a:rPr lang="en-US" sz="1300" dirty="0">
                <a:latin typeface="+mj-lt"/>
                <a:ea typeface="+mj-ea"/>
                <a:cs typeface="+mj-cs"/>
              </a:rPr>
              <a:t> </a:t>
            </a:r>
            <a:endParaRPr lang="en-US" sz="1300" dirty="0">
              <a:effectLst/>
            </a:endParaRPr>
          </a:p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 err="1">
                <a:effectLst/>
                <a:latin typeface="+mj-lt"/>
                <a:ea typeface="+mj-ea"/>
                <a:cs typeface="+mj-cs"/>
              </a:rPr>
              <a:t>CSharpLang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 Proposals: 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  <a:hlinkClick r:id="rId4"/>
              </a:rPr>
              <a:t>https://github.com/dotnet/csharplang/tree/main/proposals</a:t>
            </a:r>
            <a:r>
              <a:rPr lang="en-US" sz="1300" dirty="0">
                <a:latin typeface="+mj-lt"/>
                <a:ea typeface="+mj-ea"/>
                <a:cs typeface="+mj-cs"/>
              </a:rPr>
              <a:t> 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 </a:t>
            </a:r>
            <a:endParaRPr lang="en-US" sz="1300" dirty="0">
              <a:effectLst/>
            </a:endParaRPr>
          </a:p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Dotnet: 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  <a:hlinkClick r:id="rId5"/>
              </a:rPr>
              <a:t>https://github.com/dotnet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 </a:t>
            </a:r>
            <a:endParaRPr lang="en-US" sz="1300" dirty="0">
              <a:effectLst/>
            </a:endParaRPr>
          </a:p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>
                <a:effectLst/>
                <a:latin typeface="+mj-lt"/>
                <a:ea typeface="+mj-ea"/>
                <a:cs typeface="+mj-cs"/>
                <a:hlinkClick r:id="rId6"/>
              </a:rPr>
              <a:t>https://github.com/dotnet/roslyn-sdk</a:t>
            </a: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 </a:t>
            </a:r>
            <a:endParaRPr lang="en-US" sz="1300" dirty="0">
              <a:effectLst/>
            </a:endParaRPr>
          </a:p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>
                <a:effectLst/>
                <a:latin typeface="+mj-lt"/>
                <a:ea typeface="+mj-ea"/>
                <a:cs typeface="+mj-cs"/>
                <a:hlinkClick r:id="rId7"/>
              </a:rPr>
              <a:t>http://SharpLab.io</a:t>
            </a:r>
            <a:r>
              <a:rPr lang="en-US" sz="1300" dirty="0">
                <a:latin typeface="+mj-lt"/>
                <a:ea typeface="+mj-ea"/>
                <a:cs typeface="+mj-cs"/>
              </a:rPr>
              <a:t> </a:t>
            </a:r>
            <a:endParaRPr lang="en-US" sz="1300" dirty="0">
              <a:effectLst/>
            </a:endParaRPr>
          </a:p>
          <a:p>
            <a:pPr lvl="0" rtl="0" eaLnBrk="1" latinLnBrk="0" hangingPunct="1">
              <a:lnSpc>
                <a:spcPct val="90000"/>
              </a:lnSpc>
            </a:pPr>
            <a:r>
              <a:rPr lang="en-US" sz="1300" kern="1200" dirty="0">
                <a:effectLst/>
                <a:latin typeface="+mj-lt"/>
                <a:ea typeface="+mj-ea"/>
                <a:cs typeface="+mj-cs"/>
              </a:rPr>
              <a:t>This presentation: </a:t>
            </a:r>
            <a:r>
              <a:rPr lang="en-US" sz="1300" kern="1200" cap="small" dirty="0">
                <a:effectLst/>
                <a:latin typeface="+mj-lt"/>
                <a:ea typeface="+mj-ea"/>
                <a:cs typeface="+mj-cs"/>
                <a:hlinkClick r:id="rId8"/>
              </a:rPr>
              <a:t>https://github.com/jwooley/CSVersions</a:t>
            </a:r>
            <a:r>
              <a:rPr lang="en-US" sz="1300" kern="1200" cap="small" dirty="0">
                <a:effectLst/>
                <a:latin typeface="+mj-lt"/>
                <a:ea typeface="+mj-ea"/>
                <a:cs typeface="+mj-cs"/>
              </a:rPr>
              <a:t>  </a:t>
            </a:r>
            <a:endParaRPr lang="en-US" sz="1300" dirty="0">
              <a:effectLst/>
            </a:endParaRP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47998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Visual Studio Live! New York 2015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ive! 360 2018">
  <a:themeElements>
    <a:clrScheme name="Live! 360 2016">
      <a:dk1>
        <a:srgbClr val="000000"/>
      </a:dk1>
      <a:lt1>
        <a:sysClr val="window" lastClr="FFFFFF"/>
      </a:lt1>
      <a:dk2>
        <a:srgbClr val="000000"/>
      </a:dk2>
      <a:lt2>
        <a:srgbClr val="EEECE1"/>
      </a:lt2>
      <a:accent1>
        <a:srgbClr val="000000"/>
      </a:accent1>
      <a:accent2>
        <a:srgbClr val="00B0F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isual Studio Live! Redmond 2014 1">
        <a:dk1>
          <a:srgbClr val="303030"/>
        </a:dk1>
        <a:lt1>
          <a:srgbClr val="FFFFFF"/>
        </a:lt1>
        <a:dk2>
          <a:srgbClr val="000000"/>
        </a:dk2>
        <a:lt2>
          <a:srgbClr val="DEDEE0"/>
        </a:lt2>
        <a:accent1>
          <a:srgbClr val="AD0101"/>
        </a:accent1>
        <a:accent2>
          <a:srgbClr val="726056"/>
        </a:accent2>
        <a:accent3>
          <a:srgbClr val="AAAAAA"/>
        </a:accent3>
        <a:accent4>
          <a:srgbClr val="DADADA"/>
        </a:accent4>
        <a:accent5>
          <a:srgbClr val="D3AAAA"/>
        </a:accent5>
        <a:accent6>
          <a:srgbClr val="67564D"/>
        </a:accent6>
        <a:hlink>
          <a:srgbClr val="D26900"/>
        </a:hlink>
        <a:folHlink>
          <a:srgbClr val="D8924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isual Studio Live! Redmond 2014 2">
        <a:dk1>
          <a:srgbClr val="000000"/>
        </a:dk1>
        <a:lt1>
          <a:srgbClr val="FFFFFE"/>
        </a:lt1>
        <a:dk2>
          <a:srgbClr val="007397"/>
        </a:dk2>
        <a:lt2>
          <a:srgbClr val="636463"/>
        </a:lt2>
        <a:accent1>
          <a:srgbClr val="A01420"/>
        </a:accent1>
        <a:accent2>
          <a:srgbClr val="726056"/>
        </a:accent2>
        <a:accent3>
          <a:srgbClr val="FFFFFE"/>
        </a:accent3>
        <a:accent4>
          <a:srgbClr val="000000"/>
        </a:accent4>
        <a:accent5>
          <a:srgbClr val="CDAAAB"/>
        </a:accent5>
        <a:accent6>
          <a:srgbClr val="67564D"/>
        </a:accent6>
        <a:hlink>
          <a:srgbClr val="007397"/>
        </a:hlink>
        <a:folHlink>
          <a:srgbClr val="162F4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3203</TotalTime>
  <Words>746</Words>
  <Application>Microsoft Office PowerPoint</Application>
  <PresentationFormat>On-screen Show (16:9)</PresentationFormat>
  <Paragraphs>144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ＭＳ Ｐゴシック</vt:lpstr>
      <vt:lpstr>Arial</vt:lpstr>
      <vt:lpstr>Arial Bold</vt:lpstr>
      <vt:lpstr>Calibri</vt:lpstr>
      <vt:lpstr>Century Gothic</vt:lpstr>
      <vt:lpstr>Times New Roman</vt:lpstr>
      <vt:lpstr>Wingdings 3</vt:lpstr>
      <vt:lpstr>Visual Studio Live! New York 2015</vt:lpstr>
      <vt:lpstr>Live! 360 2018</vt:lpstr>
      <vt:lpstr>Ion</vt:lpstr>
      <vt:lpstr>PowerPoint Presentation</vt:lpstr>
      <vt:lpstr>C# History (before Roslyn)</vt:lpstr>
      <vt:lpstr>Roslyn Language Enhancements</vt:lpstr>
      <vt:lpstr>C# Post Roslyn</vt:lpstr>
      <vt:lpstr>C# Post Roslyn</vt:lpstr>
      <vt:lpstr>C# 9</vt:lpstr>
      <vt:lpstr>C# 10</vt:lpstr>
      <vt:lpstr>C# 11</vt:lpstr>
      <vt:lpstr>C# 12</vt:lpstr>
      <vt:lpstr>C# 13</vt:lpstr>
      <vt:lpstr>C# 14</vt:lpstr>
      <vt:lpstr>C# 15</vt:lpstr>
      <vt:lpstr>Source Generators</vt:lpstr>
      <vt:lpstr>Roslyn Resources</vt:lpstr>
    </vt:vector>
  </TitlesOfParts>
  <Company>1105 Media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Sutton</dc:creator>
  <cp:lastModifiedBy>Jim Wooley</cp:lastModifiedBy>
  <cp:revision>144</cp:revision>
  <dcterms:created xsi:type="dcterms:W3CDTF">2012-12-07T00:48:42Z</dcterms:created>
  <dcterms:modified xsi:type="dcterms:W3CDTF">2026-04-07T01:48:53Z</dcterms:modified>
</cp:coreProperties>
</file>